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4.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tags/tag33.xml" ContentType="application/vnd.openxmlformats-officedocument.presentationml.tags+xml"/>
  <Override PartName="/ppt/notesSlides/notesSlide6.xml" ContentType="application/vnd.openxmlformats-officedocument.presentationml.notesSlide+xml"/>
  <Override PartName="/ppt/tags/tag34.xml" ContentType="application/vnd.openxmlformats-officedocument.presentationml.tags+xml"/>
  <Override PartName="/ppt/notesSlides/notesSlide7.xml" ContentType="application/vnd.openxmlformats-officedocument.presentationml.notesSlide+xml"/>
  <Override PartName="/ppt/tags/tag35.xml" ContentType="application/vnd.openxmlformats-officedocument.presentationml.tags+xml"/>
  <Override PartName="/ppt/notesSlides/notesSlide8.xml" ContentType="application/vnd.openxmlformats-officedocument.presentationml.notesSlide+xml"/>
  <Override PartName="/ppt/tags/tag3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39" r:id="rId5"/>
  </p:sldMasterIdLst>
  <p:notesMasterIdLst>
    <p:notesMasterId r:id="rId23"/>
  </p:notesMasterIdLst>
  <p:handoutMasterIdLst>
    <p:handoutMasterId r:id="rId24"/>
  </p:handoutMasterIdLst>
  <p:sldIdLst>
    <p:sldId id="2147477403" r:id="rId6"/>
    <p:sldId id="2147483646" r:id="rId7"/>
    <p:sldId id="256" r:id="rId8"/>
    <p:sldId id="2147483644" r:id="rId9"/>
    <p:sldId id="2147477425" r:id="rId10"/>
    <p:sldId id="2147477500" r:id="rId11"/>
    <p:sldId id="2147483647" r:id="rId12"/>
    <p:sldId id="2147477427" r:id="rId13"/>
    <p:sldId id="259" r:id="rId14"/>
    <p:sldId id="260" r:id="rId15"/>
    <p:sldId id="258" r:id="rId16"/>
    <p:sldId id="261" r:id="rId17"/>
    <p:sldId id="262" r:id="rId18"/>
    <p:sldId id="257" r:id="rId19"/>
    <p:sldId id="263" r:id="rId20"/>
    <p:sldId id="439" r:id="rId21"/>
    <p:sldId id="2147483642" r:id="rId22"/>
  </p:sldIdLst>
  <p:sldSz cx="18288000" cy="10287000"/>
  <p:notesSz cx="6858000" cy="9144000"/>
  <p:embeddedFontLst>
    <p:embeddedFont>
      <p:font typeface="Anova Bold" panose="020B0604020202020204" charset="0"/>
      <p:bold r:id="rId25"/>
      <p:italic r:id="rId26"/>
      <p:boldItalic r:id="rId27"/>
    </p:embeddedFont>
    <p:embeddedFont>
      <p:font typeface="Anova Light" panose="020B0604020202020204" charset="0"/>
      <p:regular r:id="rId28"/>
      <p:italic r:id="rId29"/>
    </p:embeddedFont>
  </p:embeddedFontLst>
  <p:custDataLst>
    <p:tags r:id="rId30"/>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Usage Instructions" id="{23B92DC1-C143-40B4-B271-9B765ADE1D33}">
          <p14:sldIdLst/>
        </p14:section>
        <p14:section name="Default Section" id="{E9C3829F-2C56-4915-AA34-5F93EE359221}">
          <p14:sldIdLst>
            <p14:sldId id="2147477403"/>
            <p14:sldId id="2147483646"/>
            <p14:sldId id="256"/>
            <p14:sldId id="2147483644"/>
            <p14:sldId id="2147477425"/>
            <p14:sldId id="2147477500"/>
            <p14:sldId id="2147483647"/>
            <p14:sldId id="2147477427"/>
            <p14:sldId id="259"/>
            <p14:sldId id="260"/>
            <p14:sldId id="258"/>
            <p14:sldId id="261"/>
            <p14:sldId id="262"/>
            <p14:sldId id="257"/>
            <p14:sldId id="263"/>
            <p14:sldId id="439"/>
            <p14:sldId id="214748364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60A62E-80DC-8D7C-FDC3-6B724EF80704}" v="2111" dt="2026-10-09T10:38:59.490"/>
    <p1510:client id="{A17F7DA1-C7F9-5B43-B7D5-CB255A4C95B1}" v="2" dt="2026-10-09T16:22:59.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79048" autoAdjust="0"/>
  </p:normalViewPr>
  <p:slideViewPr>
    <p:cSldViewPr snapToGrid="0">
      <p:cViewPr>
        <p:scale>
          <a:sx n="60" d="100"/>
          <a:sy n="60" d="100"/>
        </p:scale>
        <p:origin x="3270" y="89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78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fntdata"/><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3.fntdata"/><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Turnbull" userId="S::mark.turnbull@sas.com::531bafa6-b2a8-48ae-8d95-bc866fd21c82" providerId="AD" clId="Web-{8A60A62E-80DC-8D7C-FDC3-6B724EF80704}"/>
    <pc:docChg chg="addSld delSld modSld sldOrd modSection">
      <pc:chgData name="Mark Turnbull" userId="S::mark.turnbull@sas.com::531bafa6-b2a8-48ae-8d95-bc866fd21c82" providerId="AD" clId="Web-{8A60A62E-80DC-8D7C-FDC3-6B724EF80704}" dt="2026-10-09T10:38:55.427" v="1114" actId="1076"/>
      <pc:docMkLst>
        <pc:docMk/>
      </pc:docMkLst>
      <pc:sldChg chg="modSp">
        <pc:chgData name="Mark Turnbull" userId="S::mark.turnbull@sas.com::531bafa6-b2a8-48ae-8d95-bc866fd21c82" providerId="AD" clId="Web-{8A60A62E-80DC-8D7C-FDC3-6B724EF80704}" dt="2026-10-09T08:59:24.972" v="15" actId="20577"/>
        <pc:sldMkLst>
          <pc:docMk/>
          <pc:sldMk cId="3777650764" sldId="2147477403"/>
        </pc:sldMkLst>
        <pc:spChg chg="mod">
          <ac:chgData name="Mark Turnbull" userId="S::mark.turnbull@sas.com::531bafa6-b2a8-48ae-8d95-bc866fd21c82" providerId="AD" clId="Web-{8A60A62E-80DC-8D7C-FDC3-6B724EF80704}" dt="2026-10-09T08:54:36.806" v="13" actId="20577"/>
          <ac:spMkLst>
            <pc:docMk/>
            <pc:sldMk cId="3777650764" sldId="2147477403"/>
            <ac:spMk id="50" creationId="{AD21F0C4-D5B9-4CD9-1176-18FEEDBAB213}"/>
          </ac:spMkLst>
        </pc:spChg>
        <pc:spChg chg="mod">
          <ac:chgData name="Mark Turnbull" userId="S::mark.turnbull@sas.com::531bafa6-b2a8-48ae-8d95-bc866fd21c82" providerId="AD" clId="Web-{8A60A62E-80DC-8D7C-FDC3-6B724EF80704}" dt="2026-10-09T08:59:24.972" v="15" actId="20577"/>
          <ac:spMkLst>
            <pc:docMk/>
            <pc:sldMk cId="3777650764" sldId="2147477403"/>
            <ac:spMk id="54" creationId="{E7081BB2-1C2B-43B6-E0C6-81D59CB9D269}"/>
          </ac:spMkLst>
        </pc:spChg>
      </pc:sldChg>
      <pc:sldChg chg="modSp">
        <pc:chgData name="Mark Turnbull" userId="S::mark.turnbull@sas.com::531bafa6-b2a8-48ae-8d95-bc866fd21c82" providerId="AD" clId="Web-{8A60A62E-80DC-8D7C-FDC3-6B724EF80704}" dt="2026-10-09T08:54:10.602" v="12" actId="20577"/>
        <pc:sldMkLst>
          <pc:docMk/>
          <pc:sldMk cId="680838034" sldId="2147477424"/>
        </pc:sldMkLst>
        <pc:spChg chg="mod">
          <ac:chgData name="Mark Turnbull" userId="S::mark.turnbull@sas.com::531bafa6-b2a8-48ae-8d95-bc866fd21c82" providerId="AD" clId="Web-{8A60A62E-80DC-8D7C-FDC3-6B724EF80704}" dt="2026-10-09T08:54:10.602" v="12" actId="20577"/>
          <ac:spMkLst>
            <pc:docMk/>
            <pc:sldMk cId="680838034" sldId="2147477424"/>
            <ac:spMk id="5" creationId="{DC47E997-8B05-0C7D-0CCB-995182C76E77}"/>
          </ac:spMkLst>
        </pc:spChg>
      </pc:sldChg>
      <pc:sldChg chg="addSp delSp modSp">
        <pc:chgData name="Mark Turnbull" userId="S::mark.turnbull@sas.com::531bafa6-b2a8-48ae-8d95-bc866fd21c82" providerId="AD" clId="Web-{8A60A62E-80DC-8D7C-FDC3-6B724EF80704}" dt="2026-10-09T10:31:00.660" v="919" actId="20577"/>
        <pc:sldMkLst>
          <pc:docMk/>
          <pc:sldMk cId="113035386" sldId="2147477426"/>
        </pc:sldMkLst>
        <pc:spChg chg="mod">
          <ac:chgData name="Mark Turnbull" userId="S::mark.turnbull@sas.com::531bafa6-b2a8-48ae-8d95-bc866fd21c82" providerId="AD" clId="Web-{8A60A62E-80DC-8D7C-FDC3-6B724EF80704}" dt="2026-10-09T09:38:19.449" v="311" actId="20577"/>
          <ac:spMkLst>
            <pc:docMk/>
            <pc:sldMk cId="113035386" sldId="2147477426"/>
            <ac:spMk id="2" creationId="{295D99D8-241D-F8B8-C1F8-2E2B5ABB0240}"/>
          </ac:spMkLst>
        </pc:spChg>
        <pc:spChg chg="mod">
          <ac:chgData name="Mark Turnbull" userId="S::mark.turnbull@sas.com::531bafa6-b2a8-48ae-8d95-bc866fd21c82" providerId="AD" clId="Web-{8A60A62E-80DC-8D7C-FDC3-6B724EF80704}" dt="2026-10-09T10:31:00.660" v="919" actId="20577"/>
          <ac:spMkLst>
            <pc:docMk/>
            <pc:sldMk cId="113035386" sldId="2147477426"/>
            <ac:spMk id="3" creationId="{1E737FCB-5BA4-3F16-185A-76215F35B009}"/>
          </ac:spMkLst>
        </pc:spChg>
        <pc:spChg chg="add del mod">
          <ac:chgData name="Mark Turnbull" userId="S::mark.turnbull@sas.com::531bafa6-b2a8-48ae-8d95-bc866fd21c82" providerId="AD" clId="Web-{8A60A62E-80DC-8D7C-FDC3-6B724EF80704}" dt="2026-10-09T09:33:08.093" v="32"/>
          <ac:spMkLst>
            <pc:docMk/>
            <pc:sldMk cId="113035386" sldId="2147477426"/>
            <ac:spMk id="4" creationId="{FE81E229-9836-123E-3CEE-32E7786DC04B}"/>
          </ac:spMkLst>
        </pc:spChg>
        <pc:spChg chg="mod">
          <ac:chgData name="Mark Turnbull" userId="S::mark.turnbull@sas.com::531bafa6-b2a8-48ae-8d95-bc866fd21c82" providerId="AD" clId="Web-{8A60A62E-80DC-8D7C-FDC3-6B724EF80704}" dt="2026-10-09T09:33:14.172" v="34" actId="20577"/>
          <ac:spMkLst>
            <pc:docMk/>
            <pc:sldMk cId="113035386" sldId="2147477426"/>
            <ac:spMk id="6" creationId="{2A2E4767-BEDE-2634-6538-C8A172111F6A}"/>
          </ac:spMkLst>
        </pc:spChg>
        <pc:spChg chg="add del mod">
          <ac:chgData name="Mark Turnbull" userId="S::mark.turnbull@sas.com::531bafa6-b2a8-48ae-8d95-bc866fd21c82" providerId="AD" clId="Web-{8A60A62E-80DC-8D7C-FDC3-6B724EF80704}" dt="2026-10-09T10:00:04.450" v="595"/>
          <ac:spMkLst>
            <pc:docMk/>
            <pc:sldMk cId="113035386" sldId="2147477426"/>
            <ac:spMk id="7" creationId="{AE3072C2-FDB5-99DA-7AE8-BDCC86A4B31E}"/>
          </ac:spMkLst>
        </pc:spChg>
        <pc:spChg chg="add mod">
          <ac:chgData name="Mark Turnbull" userId="S::mark.turnbull@sas.com::531bafa6-b2a8-48ae-8d95-bc866fd21c82" providerId="AD" clId="Web-{8A60A62E-80DC-8D7C-FDC3-6B724EF80704}" dt="2026-10-09T09:56:26.458" v="531" actId="20577"/>
          <ac:spMkLst>
            <pc:docMk/>
            <pc:sldMk cId="113035386" sldId="2147477426"/>
            <ac:spMk id="9" creationId="{827ED9FF-8DD2-75C9-F132-A76446B7CD5D}"/>
          </ac:spMkLst>
        </pc:spChg>
      </pc:sldChg>
      <pc:sldChg chg="modSp">
        <pc:chgData name="Mark Turnbull" userId="S::mark.turnbull@sas.com::531bafa6-b2a8-48ae-8d95-bc866fd21c82" providerId="AD" clId="Web-{8A60A62E-80DC-8D7C-FDC3-6B724EF80704}" dt="2026-10-09T08:59:32.051" v="17" actId="20577"/>
        <pc:sldMkLst>
          <pc:docMk/>
          <pc:sldMk cId="2353055528" sldId="2147483616"/>
        </pc:sldMkLst>
        <pc:spChg chg="mod">
          <ac:chgData name="Mark Turnbull" userId="S::mark.turnbull@sas.com::531bafa6-b2a8-48ae-8d95-bc866fd21c82" providerId="AD" clId="Web-{8A60A62E-80DC-8D7C-FDC3-6B724EF80704}" dt="2026-10-09T08:59:32.051" v="17" actId="20577"/>
          <ac:spMkLst>
            <pc:docMk/>
            <pc:sldMk cId="2353055528" sldId="2147483616"/>
            <ac:spMk id="35" creationId="{D78B6B64-2FA6-27BC-3541-8B4C403EB076}"/>
          </ac:spMkLst>
        </pc:spChg>
      </pc:sldChg>
      <pc:sldChg chg="addSp delSp modSp">
        <pc:chgData name="Mark Turnbull" userId="S::mark.turnbull@sas.com::531bafa6-b2a8-48ae-8d95-bc866fd21c82" providerId="AD" clId="Web-{8A60A62E-80DC-8D7C-FDC3-6B724EF80704}" dt="2026-10-09T10:38:55.427" v="1114" actId="1076"/>
        <pc:sldMkLst>
          <pc:docMk/>
          <pc:sldMk cId="1977175886" sldId="2147483617"/>
        </pc:sldMkLst>
        <pc:spChg chg="add mod">
          <ac:chgData name="Mark Turnbull" userId="S::mark.turnbull@sas.com::531bafa6-b2a8-48ae-8d95-bc866fd21c82" providerId="AD" clId="Web-{8A60A62E-80DC-8D7C-FDC3-6B724EF80704}" dt="2026-10-09T09:56:41.708" v="557" actId="20577"/>
          <ac:spMkLst>
            <pc:docMk/>
            <pc:sldMk cId="1977175886" sldId="2147483617"/>
            <ac:spMk id="3" creationId="{568D871C-E103-ABDD-D987-8740C23E3C33}"/>
          </ac:spMkLst>
        </pc:spChg>
        <pc:spChg chg="add mod">
          <ac:chgData name="Mark Turnbull" userId="S::mark.turnbull@sas.com::531bafa6-b2a8-48ae-8d95-bc866fd21c82" providerId="AD" clId="Web-{8A60A62E-80DC-8D7C-FDC3-6B724EF80704}" dt="2026-10-09T10:20:12.901" v="805" actId="1076"/>
          <ac:spMkLst>
            <pc:docMk/>
            <pc:sldMk cId="1977175886" sldId="2147483617"/>
            <ac:spMk id="5" creationId="{D3449B2C-7877-7FFB-2CD1-901FC59C6BC8}"/>
          </ac:spMkLst>
        </pc:spChg>
        <pc:spChg chg="mod">
          <ac:chgData name="Mark Turnbull" userId="S::mark.turnbull@sas.com::531bafa6-b2a8-48ae-8d95-bc866fd21c82" providerId="AD" clId="Web-{8A60A62E-80DC-8D7C-FDC3-6B724EF80704}" dt="2026-10-09T09:42:16.739" v="452" actId="20577"/>
          <ac:spMkLst>
            <pc:docMk/>
            <pc:sldMk cId="1977175886" sldId="2147483617"/>
            <ac:spMk id="6" creationId="{49EA8CF6-61C4-CEFE-B5F4-B535130A7CF4}"/>
          </ac:spMkLst>
        </pc:spChg>
        <pc:spChg chg="add mod">
          <ac:chgData name="Mark Turnbull" userId="S::mark.turnbull@sas.com::531bafa6-b2a8-48ae-8d95-bc866fd21c82" providerId="AD" clId="Web-{8A60A62E-80DC-8D7C-FDC3-6B724EF80704}" dt="2026-10-09T10:38:50.630" v="1113" actId="20577"/>
          <ac:spMkLst>
            <pc:docMk/>
            <pc:sldMk cId="1977175886" sldId="2147483617"/>
            <ac:spMk id="7" creationId="{10D8F360-9532-D12E-90F0-88E9DEC1D420}"/>
          </ac:spMkLst>
        </pc:spChg>
        <pc:picChg chg="add mod">
          <ac:chgData name="Mark Turnbull" userId="S::mark.turnbull@sas.com::531bafa6-b2a8-48ae-8d95-bc866fd21c82" providerId="AD" clId="Web-{8A60A62E-80DC-8D7C-FDC3-6B724EF80704}" dt="2026-10-09T10:38:55.427" v="1114" actId="1076"/>
          <ac:picMkLst>
            <pc:docMk/>
            <pc:sldMk cId="1977175886" sldId="2147483617"/>
            <ac:picMk id="4" creationId="{D52C10BE-0845-D367-74DF-49318D065BF7}"/>
          </ac:picMkLst>
        </pc:picChg>
        <pc:picChg chg="add mod">
          <ac:chgData name="Mark Turnbull" userId="S::mark.turnbull@sas.com::531bafa6-b2a8-48ae-8d95-bc866fd21c82" providerId="AD" clId="Web-{8A60A62E-80DC-8D7C-FDC3-6B724EF80704}" dt="2026-10-09T10:37:05.861" v="929" actId="1076"/>
          <ac:picMkLst>
            <pc:docMk/>
            <pc:sldMk cId="1977175886" sldId="2147483617"/>
            <ac:picMk id="8" creationId="{DECF89D9-2292-4C44-B6BE-0D16AF8736A9}"/>
          </ac:picMkLst>
        </pc:picChg>
        <pc:picChg chg="del">
          <ac:chgData name="Mark Turnbull" userId="S::mark.turnbull@sas.com::531bafa6-b2a8-48ae-8d95-bc866fd21c82" providerId="AD" clId="Web-{8A60A62E-80DC-8D7C-FDC3-6B724EF80704}" dt="2026-10-09T09:42:09.691" v="432"/>
          <ac:picMkLst>
            <pc:docMk/>
            <pc:sldMk cId="1977175886" sldId="2147483617"/>
            <ac:picMk id="2052" creationId="{170D1B29-24B4-2BC4-E18B-C641EA96A7F1}"/>
          </ac:picMkLst>
        </pc:picChg>
      </pc:sldChg>
      <pc:sldChg chg="addSp delSp modSp add ord replId">
        <pc:chgData name="Mark Turnbull" userId="S::mark.turnbull@sas.com::531bafa6-b2a8-48ae-8d95-bc866fd21c82" providerId="AD" clId="Web-{8A60A62E-80DC-8D7C-FDC3-6B724EF80704}" dt="2026-10-09T10:04:17.725" v="800" actId="20577"/>
        <pc:sldMkLst>
          <pc:docMk/>
          <pc:sldMk cId="713529795" sldId="2147483618"/>
        </pc:sldMkLst>
        <pc:spChg chg="add mod">
          <ac:chgData name="Mark Turnbull" userId="S::mark.turnbull@sas.com::531bafa6-b2a8-48ae-8d95-bc866fd21c82" providerId="AD" clId="Web-{8A60A62E-80DC-8D7C-FDC3-6B724EF80704}" dt="2026-10-09T09:55:45.394" v="496" actId="1076"/>
          <ac:spMkLst>
            <pc:docMk/>
            <pc:sldMk cId="713529795" sldId="2147483618"/>
            <ac:spMk id="2" creationId="{09664366-F724-E7E4-D1A2-D40A19E36D22}"/>
          </ac:spMkLst>
        </pc:spChg>
        <pc:spChg chg="add del mod">
          <ac:chgData name="Mark Turnbull" userId="S::mark.turnbull@sas.com::531bafa6-b2a8-48ae-8d95-bc866fd21c82" providerId="AD" clId="Web-{8A60A62E-80DC-8D7C-FDC3-6B724EF80704}" dt="2026-10-09T09:56:01.660" v="501"/>
          <ac:spMkLst>
            <pc:docMk/>
            <pc:sldMk cId="713529795" sldId="2147483618"/>
            <ac:spMk id="3" creationId="{62E6AD2F-55F3-6757-547C-FBD55E3CEB22}"/>
          </ac:spMkLst>
        </pc:spChg>
        <pc:spChg chg="add del mod">
          <ac:chgData name="Mark Turnbull" userId="S::mark.turnbull@sas.com::531bafa6-b2a8-48ae-8d95-bc866fd21c82" providerId="AD" clId="Web-{8A60A62E-80DC-8D7C-FDC3-6B724EF80704}" dt="2026-10-09T09:59:00.463" v="578"/>
          <ac:spMkLst>
            <pc:docMk/>
            <pc:sldMk cId="713529795" sldId="2147483618"/>
            <ac:spMk id="7" creationId="{547A1A31-03B3-D6BD-81A7-99AC71B0A851}"/>
          </ac:spMkLst>
        </pc:spChg>
        <pc:spChg chg="add del mod">
          <ac:chgData name="Mark Turnbull" userId="S::mark.turnbull@sas.com::531bafa6-b2a8-48ae-8d95-bc866fd21c82" providerId="AD" clId="Web-{8A60A62E-80DC-8D7C-FDC3-6B724EF80704}" dt="2026-10-09T09:59:33.043" v="590"/>
          <ac:spMkLst>
            <pc:docMk/>
            <pc:sldMk cId="713529795" sldId="2147483618"/>
            <ac:spMk id="8" creationId="{6795CECA-6274-17E7-9C6E-3853DCBA83F4}"/>
          </ac:spMkLst>
        </pc:spChg>
        <pc:spChg chg="add mod">
          <ac:chgData name="Mark Turnbull" userId="S::mark.turnbull@sas.com::531bafa6-b2a8-48ae-8d95-bc866fd21c82" providerId="AD" clId="Web-{8A60A62E-80DC-8D7C-FDC3-6B724EF80704}" dt="2026-10-09T10:04:17.725" v="800" actId="20577"/>
          <ac:spMkLst>
            <pc:docMk/>
            <pc:sldMk cId="713529795" sldId="2147483618"/>
            <ac:spMk id="11" creationId="{E43B9B96-82C6-931D-A613-56FB36846FFF}"/>
          </ac:spMkLst>
        </pc:spChg>
        <pc:spChg chg="add mod">
          <ac:chgData name="Mark Turnbull" userId="S::mark.turnbull@sas.com::531bafa6-b2a8-48ae-8d95-bc866fd21c82" providerId="AD" clId="Web-{8A60A62E-80DC-8D7C-FDC3-6B724EF80704}" dt="2026-10-09T10:03:45.615" v="761" actId="20577"/>
          <ac:spMkLst>
            <pc:docMk/>
            <pc:sldMk cId="713529795" sldId="2147483618"/>
            <ac:spMk id="12" creationId="{38CDFA5D-402A-C5B4-E8BD-4866CD64076F}"/>
          </ac:spMkLst>
        </pc:spChg>
        <pc:picChg chg="add mod">
          <ac:chgData name="Mark Turnbull" userId="S::mark.turnbull@sas.com::531bafa6-b2a8-48ae-8d95-bc866fd21c82" providerId="AD" clId="Web-{8A60A62E-80DC-8D7C-FDC3-6B724EF80704}" dt="2026-10-09T09:58:11.696" v="560" actId="1076"/>
          <ac:picMkLst>
            <pc:docMk/>
            <pc:sldMk cId="713529795" sldId="2147483618"/>
            <ac:picMk id="4" creationId="{1E620431-8808-A9AD-6D63-3B5AFC4962CB}"/>
          </ac:picMkLst>
        </pc:picChg>
        <pc:picChg chg="add mod">
          <ac:chgData name="Mark Turnbull" userId="S::mark.turnbull@sas.com::531bafa6-b2a8-48ae-8d95-bc866fd21c82" providerId="AD" clId="Web-{8A60A62E-80DC-8D7C-FDC3-6B724EF80704}" dt="2026-10-09T09:58:38.275" v="565" actId="1076"/>
          <ac:picMkLst>
            <pc:docMk/>
            <pc:sldMk cId="713529795" sldId="2147483618"/>
            <ac:picMk id="5" creationId="{988EFC2E-856C-22D2-F323-513A402AA235}"/>
          </ac:picMkLst>
        </pc:picChg>
        <pc:picChg chg="add del mod">
          <ac:chgData name="Mark Turnbull" userId="S::mark.turnbull@sas.com::531bafa6-b2a8-48ae-8d95-bc866fd21c82" providerId="AD" clId="Web-{8A60A62E-80DC-8D7C-FDC3-6B724EF80704}" dt="2026-10-09T09:59:40.777" v="592"/>
          <ac:picMkLst>
            <pc:docMk/>
            <pc:sldMk cId="713529795" sldId="2147483618"/>
            <ac:picMk id="9" creationId="{19CA1146-DFB8-157E-4E23-09BCB655860A}"/>
          </ac:picMkLst>
        </pc:picChg>
      </pc:sldChg>
      <pc:sldChg chg="del">
        <pc:chgData name="Mark Turnbull" userId="S::mark.turnbull@sas.com::531bafa6-b2a8-48ae-8d95-bc866fd21c82" providerId="AD" clId="Web-{8A60A62E-80DC-8D7C-FDC3-6B724EF80704}" dt="2026-10-09T09:01:37.477" v="18"/>
        <pc:sldMkLst>
          <pc:docMk/>
          <pc:sldMk cId="2855438743" sldId="2147483618"/>
        </pc:sldMkLst>
      </pc:sldChg>
      <pc:sldChg chg="add del replId">
        <pc:chgData name="Mark Turnbull" userId="S::mark.turnbull@sas.com::531bafa6-b2a8-48ae-8d95-bc866fd21c82" providerId="AD" clId="Web-{8A60A62E-80DC-8D7C-FDC3-6B724EF80704}" dt="2026-10-09T09:55:50.722" v="498"/>
        <pc:sldMkLst>
          <pc:docMk/>
          <pc:sldMk cId="1754993947" sldId="2147483619"/>
        </pc:sldMkLst>
      </pc:sldChg>
    </pc:docChg>
  </pc:docChgLst>
  <pc:docChgLst>
    <pc:chgData name="Stewart Brown" userId="e6e78e4c-41a8-4a3e-9c8b-29a7558069e5" providerId="ADAL" clId="{7B1BF0A4-6825-5875-A9B2-3463D4912796}"/>
    <pc:docChg chg="custSel addSld delSld modSld sldOrd modSection">
      <pc:chgData name="Stewart Brown" userId="e6e78e4c-41a8-4a3e-9c8b-29a7558069e5" providerId="ADAL" clId="{7B1BF0A4-6825-5875-A9B2-3463D4912796}" dt="2026-10-09T21:41:05.166" v="1443" actId="1076"/>
      <pc:docMkLst>
        <pc:docMk/>
      </pc:docMkLst>
      <pc:sldChg chg="addSp delSp modSp mod ord delAnim modAnim">
        <pc:chgData name="Stewart Brown" userId="e6e78e4c-41a8-4a3e-9c8b-29a7558069e5" providerId="ADAL" clId="{7B1BF0A4-6825-5875-A9B2-3463D4912796}" dt="2026-10-09T21:41:05.166" v="1443" actId="1076"/>
        <pc:sldMkLst>
          <pc:docMk/>
          <pc:sldMk cId="3285151841" sldId="439"/>
        </pc:sldMkLst>
        <pc:spChg chg="mod">
          <ac:chgData name="Stewart Brown" userId="e6e78e4c-41a8-4a3e-9c8b-29a7558069e5" providerId="ADAL" clId="{7B1BF0A4-6825-5875-A9B2-3463D4912796}" dt="2026-10-09T17:24:56.998" v="1172" actId="20577"/>
          <ac:spMkLst>
            <pc:docMk/>
            <pc:sldMk cId="3285151841" sldId="439"/>
            <ac:spMk id="3" creationId="{E252E8EC-CECF-4707-B62B-68A29175B763}"/>
          </ac:spMkLst>
        </pc:spChg>
        <pc:spChg chg="mod">
          <ac:chgData name="Stewart Brown" userId="e6e78e4c-41a8-4a3e-9c8b-29a7558069e5" providerId="ADAL" clId="{7B1BF0A4-6825-5875-A9B2-3463D4912796}" dt="2026-10-09T18:33:11.443" v="1442" actId="20577"/>
          <ac:spMkLst>
            <pc:docMk/>
            <pc:sldMk cId="3285151841" sldId="439"/>
            <ac:spMk id="4" creationId="{C44F6F99-D0BA-408C-92BA-076AA74CAE1B}"/>
          </ac:spMkLst>
        </pc:spChg>
        <pc:spChg chg="del">
          <ac:chgData name="Stewart Brown" userId="e6e78e4c-41a8-4a3e-9c8b-29a7558069e5" providerId="ADAL" clId="{7B1BF0A4-6825-5875-A9B2-3463D4912796}" dt="2026-10-09T17:17:30.319" v="1155" actId="478"/>
          <ac:spMkLst>
            <pc:docMk/>
            <pc:sldMk cId="3285151841" sldId="439"/>
            <ac:spMk id="6" creationId="{5F87B161-7487-B9EC-DB66-4F96AB0F0851}"/>
          </ac:spMkLst>
        </pc:spChg>
        <pc:picChg chg="add mod">
          <ac:chgData name="Stewart Brown" userId="e6e78e4c-41a8-4a3e-9c8b-29a7558069e5" providerId="ADAL" clId="{7B1BF0A4-6825-5875-A9B2-3463D4912796}" dt="2026-10-09T21:41:05.166" v="1443" actId="1076"/>
          <ac:picMkLst>
            <pc:docMk/>
            <pc:sldMk cId="3285151841" sldId="439"/>
            <ac:picMk id="10" creationId="{93611590-E0EA-5304-9F3B-748334CC4FAB}"/>
          </ac:picMkLst>
        </pc:picChg>
        <pc:picChg chg="add del mod">
          <ac:chgData name="Stewart Brown" userId="e6e78e4c-41a8-4a3e-9c8b-29a7558069e5" providerId="ADAL" clId="{7B1BF0A4-6825-5875-A9B2-3463D4912796}" dt="2026-10-09T17:42:56.530" v="1323" actId="478"/>
          <ac:picMkLst>
            <pc:docMk/>
            <pc:sldMk cId="3285151841" sldId="439"/>
            <ac:picMk id="12" creationId="{3A1FD876-6CC4-822E-3D43-340D16C0C60F}"/>
          </ac:picMkLst>
        </pc:picChg>
        <pc:picChg chg="del mod">
          <ac:chgData name="Stewart Brown" userId="e6e78e4c-41a8-4a3e-9c8b-29a7558069e5" providerId="ADAL" clId="{7B1BF0A4-6825-5875-A9B2-3463D4912796}" dt="2026-10-09T17:19:09.756" v="1158" actId="478"/>
          <ac:picMkLst>
            <pc:docMk/>
            <pc:sldMk cId="3285151841" sldId="439"/>
            <ac:picMk id="3074" creationId="{3C24FC60-92E5-16C8-72BB-4496740BD813}"/>
          </ac:picMkLst>
        </pc:picChg>
      </pc:sldChg>
      <pc:sldChg chg="add del">
        <pc:chgData name="Stewart Brown" userId="e6e78e4c-41a8-4a3e-9c8b-29a7558069e5" providerId="ADAL" clId="{7B1BF0A4-6825-5875-A9B2-3463D4912796}" dt="2026-10-09T17:33:18.401" v="1307" actId="2696"/>
        <pc:sldMkLst>
          <pc:docMk/>
          <pc:sldMk cId="3140562138" sldId="749"/>
        </pc:sldMkLst>
      </pc:sldChg>
      <pc:sldChg chg="delSp modSp mod">
        <pc:chgData name="Stewart Brown" userId="e6e78e4c-41a8-4a3e-9c8b-29a7558069e5" providerId="ADAL" clId="{7B1BF0A4-6825-5875-A9B2-3463D4912796}" dt="2026-10-09T17:27:52.385" v="1213" actId="20577"/>
        <pc:sldMkLst>
          <pc:docMk/>
          <pc:sldMk cId="3777650764" sldId="2147477403"/>
        </pc:sldMkLst>
        <pc:spChg chg="mod">
          <ac:chgData name="Stewart Brown" userId="e6e78e4c-41a8-4a3e-9c8b-29a7558069e5" providerId="ADAL" clId="{7B1BF0A4-6825-5875-A9B2-3463D4912796}" dt="2026-10-09T17:27:22.950" v="1186" actId="1076"/>
          <ac:spMkLst>
            <pc:docMk/>
            <pc:sldMk cId="3777650764" sldId="2147477403"/>
            <ac:spMk id="3" creationId="{740833F4-230C-4206-A9AF-C9CAB8385FA8}"/>
          </ac:spMkLst>
        </pc:spChg>
        <pc:spChg chg="mod">
          <ac:chgData name="Stewart Brown" userId="e6e78e4c-41a8-4a3e-9c8b-29a7558069e5" providerId="ADAL" clId="{7B1BF0A4-6825-5875-A9B2-3463D4912796}" dt="2026-10-09T17:27:27.606" v="1189" actId="1076"/>
          <ac:spMkLst>
            <pc:docMk/>
            <pc:sldMk cId="3777650764" sldId="2147477403"/>
            <ac:spMk id="5" creationId="{469197B0-B60D-6590-6663-4BD3776CFE0B}"/>
          </ac:spMkLst>
        </pc:spChg>
        <pc:spChg chg="del">
          <ac:chgData name="Stewart Brown" userId="e6e78e4c-41a8-4a3e-9c8b-29a7558069e5" providerId="ADAL" clId="{7B1BF0A4-6825-5875-A9B2-3463D4912796}" dt="2026-10-09T17:27:14.185" v="1182" actId="478"/>
          <ac:spMkLst>
            <pc:docMk/>
            <pc:sldMk cId="3777650764" sldId="2147477403"/>
            <ac:spMk id="6" creationId="{C7A18767-976D-7B8A-4C6A-64DE19A4FB49}"/>
          </ac:spMkLst>
        </pc:spChg>
        <pc:spChg chg="del mod">
          <ac:chgData name="Stewart Brown" userId="e6e78e4c-41a8-4a3e-9c8b-29a7558069e5" providerId="ADAL" clId="{7B1BF0A4-6825-5875-A9B2-3463D4912796}" dt="2026-10-09T17:27:02.055" v="1175" actId="478"/>
          <ac:spMkLst>
            <pc:docMk/>
            <pc:sldMk cId="3777650764" sldId="2147477403"/>
            <ac:spMk id="7" creationId="{7DBFBC25-F80D-69C2-2C4A-11C99304E290}"/>
          </ac:spMkLst>
        </pc:spChg>
        <pc:spChg chg="del">
          <ac:chgData name="Stewart Brown" userId="e6e78e4c-41a8-4a3e-9c8b-29a7558069e5" providerId="ADAL" clId="{7B1BF0A4-6825-5875-A9B2-3463D4912796}" dt="2026-10-09T17:26:57.712" v="1173" actId="478"/>
          <ac:spMkLst>
            <pc:docMk/>
            <pc:sldMk cId="3777650764" sldId="2147477403"/>
            <ac:spMk id="38" creationId="{37899044-C037-A5B2-3937-3D71FAC912C7}"/>
          </ac:spMkLst>
        </pc:spChg>
        <pc:spChg chg="mod">
          <ac:chgData name="Stewart Brown" userId="e6e78e4c-41a8-4a3e-9c8b-29a7558069e5" providerId="ADAL" clId="{7B1BF0A4-6825-5875-A9B2-3463D4912796}" dt="2026-10-09T17:27:52.385" v="1213" actId="20577"/>
          <ac:spMkLst>
            <pc:docMk/>
            <pc:sldMk cId="3777650764" sldId="2147477403"/>
            <ac:spMk id="41" creationId="{4B9AD6A7-5883-F258-F751-56BE35829886}"/>
          </ac:spMkLst>
        </pc:spChg>
        <pc:spChg chg="del">
          <ac:chgData name="Stewart Brown" userId="e6e78e4c-41a8-4a3e-9c8b-29a7558069e5" providerId="ADAL" clId="{7B1BF0A4-6825-5875-A9B2-3463D4912796}" dt="2026-10-09T17:27:15.417" v="1183" actId="478"/>
          <ac:spMkLst>
            <pc:docMk/>
            <pc:sldMk cId="3777650764" sldId="2147477403"/>
            <ac:spMk id="43" creationId="{6CEC6420-D4F6-DE9D-0EA6-B93777B1D6FF}"/>
          </ac:spMkLst>
        </pc:spChg>
        <pc:spChg chg="del mod">
          <ac:chgData name="Stewart Brown" userId="e6e78e4c-41a8-4a3e-9c8b-29a7558069e5" providerId="ADAL" clId="{7B1BF0A4-6825-5875-A9B2-3463D4912796}" dt="2026-10-09T17:26:59.367" v="1174" actId="478"/>
          <ac:spMkLst>
            <pc:docMk/>
            <pc:sldMk cId="3777650764" sldId="2147477403"/>
            <ac:spMk id="44" creationId="{40AFDB64-18A2-623D-C8EB-9F3EDB80EBC5}"/>
          </ac:spMkLst>
        </pc:spChg>
        <pc:spChg chg="del">
          <ac:chgData name="Stewart Brown" userId="e6e78e4c-41a8-4a3e-9c8b-29a7558069e5" providerId="ADAL" clId="{7B1BF0A4-6825-5875-A9B2-3463D4912796}" dt="2026-10-09T17:27:12.759" v="1181" actId="478"/>
          <ac:spMkLst>
            <pc:docMk/>
            <pc:sldMk cId="3777650764" sldId="2147477403"/>
            <ac:spMk id="45" creationId="{9DC254D2-CE93-5A5F-8379-3E238D94428E}"/>
          </ac:spMkLst>
        </pc:spChg>
        <pc:spChg chg="del">
          <ac:chgData name="Stewart Brown" userId="e6e78e4c-41a8-4a3e-9c8b-29a7558069e5" providerId="ADAL" clId="{7B1BF0A4-6825-5875-A9B2-3463D4912796}" dt="2026-10-09T17:27:11.008" v="1180" actId="478"/>
          <ac:spMkLst>
            <pc:docMk/>
            <pc:sldMk cId="3777650764" sldId="2147477403"/>
            <ac:spMk id="48" creationId="{F383D459-ECC7-E187-6E00-114D1B09A044}"/>
          </ac:spMkLst>
        </pc:spChg>
        <pc:spChg chg="del">
          <ac:chgData name="Stewart Brown" userId="e6e78e4c-41a8-4a3e-9c8b-29a7558069e5" providerId="ADAL" clId="{7B1BF0A4-6825-5875-A9B2-3463D4912796}" dt="2026-10-09T17:27:09.520" v="1179" actId="478"/>
          <ac:spMkLst>
            <pc:docMk/>
            <pc:sldMk cId="3777650764" sldId="2147477403"/>
            <ac:spMk id="49" creationId="{2CB83EB1-DF29-11E9-B488-B4413E5723F4}"/>
          </ac:spMkLst>
        </pc:spChg>
        <pc:spChg chg="del">
          <ac:chgData name="Stewart Brown" userId="e6e78e4c-41a8-4a3e-9c8b-29a7558069e5" providerId="ADAL" clId="{7B1BF0A4-6825-5875-A9B2-3463D4912796}" dt="2026-10-09T17:27:04.120" v="1176" actId="478"/>
          <ac:spMkLst>
            <pc:docMk/>
            <pc:sldMk cId="3777650764" sldId="2147477403"/>
            <ac:spMk id="50" creationId="{AD21F0C4-D5B9-4CD9-1176-18FEEDBAB213}"/>
          </ac:spMkLst>
        </pc:spChg>
        <pc:spChg chg="del">
          <ac:chgData name="Stewart Brown" userId="e6e78e4c-41a8-4a3e-9c8b-29a7558069e5" providerId="ADAL" clId="{7B1BF0A4-6825-5875-A9B2-3463D4912796}" dt="2026-10-09T17:27:06.154" v="1177" actId="478"/>
          <ac:spMkLst>
            <pc:docMk/>
            <pc:sldMk cId="3777650764" sldId="2147477403"/>
            <ac:spMk id="53" creationId="{AD611B05-D8DD-1151-CEBC-0F9537C2AC41}"/>
          </ac:spMkLst>
        </pc:spChg>
        <pc:spChg chg="del">
          <ac:chgData name="Stewart Brown" userId="e6e78e4c-41a8-4a3e-9c8b-29a7558069e5" providerId="ADAL" clId="{7B1BF0A4-6825-5875-A9B2-3463D4912796}" dt="2026-10-09T17:27:08.307" v="1178" actId="478"/>
          <ac:spMkLst>
            <pc:docMk/>
            <pc:sldMk cId="3777650764" sldId="2147477403"/>
            <ac:spMk id="54" creationId="{E7081BB2-1C2B-43B6-E0C6-81D59CB9D269}"/>
          </ac:spMkLst>
        </pc:spChg>
        <pc:picChg chg="del">
          <ac:chgData name="Stewart Brown" userId="e6e78e4c-41a8-4a3e-9c8b-29a7558069e5" providerId="ADAL" clId="{7B1BF0A4-6825-5875-A9B2-3463D4912796}" dt="2026-10-09T17:27:17.011" v="1184" actId="478"/>
          <ac:picMkLst>
            <pc:docMk/>
            <pc:sldMk cId="3777650764" sldId="2147477403"/>
            <ac:picMk id="40" creationId="{80FAB59B-C5EE-519F-1569-522ACDD2D8CF}"/>
          </ac:picMkLst>
        </pc:picChg>
      </pc:sldChg>
      <pc:sldChg chg="addSp modSp del">
        <pc:chgData name="Stewart Brown" userId="e6e78e4c-41a8-4a3e-9c8b-29a7558069e5" providerId="ADAL" clId="{7B1BF0A4-6825-5875-A9B2-3463D4912796}" dt="2026-10-09T17:27:32.191" v="1190" actId="2696"/>
        <pc:sldMkLst>
          <pc:docMk/>
          <pc:sldMk cId="680838034" sldId="2147477424"/>
        </pc:sldMkLst>
        <pc:spChg chg="add mod">
          <ac:chgData name="Stewart Brown" userId="e6e78e4c-41a8-4a3e-9c8b-29a7558069e5" providerId="ADAL" clId="{7B1BF0A4-6825-5875-A9B2-3463D4912796}" dt="2026-10-09T16:48:50.691" v="368"/>
          <ac:spMkLst>
            <pc:docMk/>
            <pc:sldMk cId="680838034" sldId="2147477424"/>
            <ac:spMk id="2" creationId="{A3A41465-6376-5355-9B55-2B32FFD225C1}"/>
          </ac:spMkLst>
        </pc:spChg>
      </pc:sldChg>
      <pc:sldChg chg="ord modNotesTx">
        <pc:chgData name="Stewart Brown" userId="e6e78e4c-41a8-4a3e-9c8b-29a7558069e5" providerId="ADAL" clId="{7B1BF0A4-6825-5875-A9B2-3463D4912796}" dt="2026-10-09T17:32:55.027" v="1305" actId="20577"/>
        <pc:sldMkLst>
          <pc:docMk/>
          <pc:sldMk cId="3710086338" sldId="2147477425"/>
        </pc:sldMkLst>
      </pc:sldChg>
      <pc:sldChg chg="addSp delSp modSp add del mod modAnim">
        <pc:chgData name="Stewart Brown" userId="e6e78e4c-41a8-4a3e-9c8b-29a7558069e5" providerId="ADAL" clId="{7B1BF0A4-6825-5875-A9B2-3463D4912796}" dt="2026-10-09T17:15:08.679" v="1102"/>
        <pc:sldMkLst>
          <pc:docMk/>
          <pc:sldMk cId="3003847297" sldId="2147477497"/>
        </pc:sldMkLst>
        <pc:spChg chg="del">
          <ac:chgData name="Stewart Brown" userId="e6e78e4c-41a8-4a3e-9c8b-29a7558069e5" providerId="ADAL" clId="{7B1BF0A4-6825-5875-A9B2-3463D4912796}" dt="2026-10-09T16:55:20.903" v="550" actId="478"/>
          <ac:spMkLst>
            <pc:docMk/>
            <pc:sldMk cId="3003847297" sldId="2147477497"/>
            <ac:spMk id="4" creationId="{B67127B0-4A7C-613E-467A-632F03212D5A}"/>
          </ac:spMkLst>
        </pc:spChg>
        <pc:spChg chg="add del mod">
          <ac:chgData name="Stewart Brown" userId="e6e78e4c-41a8-4a3e-9c8b-29a7558069e5" providerId="ADAL" clId="{7B1BF0A4-6825-5875-A9B2-3463D4912796}" dt="2026-10-09T16:55:42.502" v="557"/>
          <ac:spMkLst>
            <pc:docMk/>
            <pc:sldMk cId="3003847297" sldId="2147477497"/>
            <ac:spMk id="6" creationId="{4F32C9BF-AF7A-20C4-3A63-E2D52184C81A}"/>
          </ac:spMkLst>
        </pc:spChg>
        <pc:spChg chg="add mod">
          <ac:chgData name="Stewart Brown" userId="e6e78e4c-41a8-4a3e-9c8b-29a7558069e5" providerId="ADAL" clId="{7B1BF0A4-6825-5875-A9B2-3463D4912796}" dt="2026-10-09T17:11:47.565" v="1050" actId="207"/>
          <ac:spMkLst>
            <pc:docMk/>
            <pc:sldMk cId="3003847297" sldId="2147477497"/>
            <ac:spMk id="7" creationId="{354B469B-28DE-AA71-DE75-186DCB7EB582}"/>
          </ac:spMkLst>
        </pc:spChg>
        <pc:spChg chg="add mod">
          <ac:chgData name="Stewart Brown" userId="e6e78e4c-41a8-4a3e-9c8b-29a7558069e5" providerId="ADAL" clId="{7B1BF0A4-6825-5875-A9B2-3463D4912796}" dt="2026-10-09T17:11:47.565" v="1050" actId="207"/>
          <ac:spMkLst>
            <pc:docMk/>
            <pc:sldMk cId="3003847297" sldId="2147477497"/>
            <ac:spMk id="8" creationId="{FB6B9AA2-9B41-D6CE-9FF9-BDEA7CB3F08F}"/>
          </ac:spMkLst>
        </pc:spChg>
        <pc:spChg chg="add mod">
          <ac:chgData name="Stewart Brown" userId="e6e78e4c-41a8-4a3e-9c8b-29a7558069e5" providerId="ADAL" clId="{7B1BF0A4-6825-5875-A9B2-3463D4912796}" dt="2026-10-09T17:11:47.565" v="1050" actId="207"/>
          <ac:spMkLst>
            <pc:docMk/>
            <pc:sldMk cId="3003847297" sldId="2147477497"/>
            <ac:spMk id="10" creationId="{A54F1836-BC70-8688-95B8-95537D6D2AF4}"/>
          </ac:spMkLst>
        </pc:spChg>
        <pc:spChg chg="mod">
          <ac:chgData name="Stewart Brown" userId="e6e78e4c-41a8-4a3e-9c8b-29a7558069e5" providerId="ADAL" clId="{7B1BF0A4-6825-5875-A9B2-3463D4912796}" dt="2026-10-09T16:50:07.202" v="379" actId="20577"/>
          <ac:spMkLst>
            <pc:docMk/>
            <pc:sldMk cId="3003847297" sldId="2147477497"/>
            <ac:spMk id="11" creationId="{25CFA15D-3BBF-CEA2-F93B-85A8AD8202CB}"/>
          </ac:spMkLst>
        </pc:spChg>
        <pc:spChg chg="del">
          <ac:chgData name="Stewart Brown" userId="e6e78e4c-41a8-4a3e-9c8b-29a7558069e5" providerId="ADAL" clId="{7B1BF0A4-6825-5875-A9B2-3463D4912796}" dt="2026-10-09T16:55:20.903" v="550" actId="478"/>
          <ac:spMkLst>
            <pc:docMk/>
            <pc:sldMk cId="3003847297" sldId="2147477497"/>
            <ac:spMk id="21" creationId="{54C549D1-457A-B1B4-4E1D-97F43C3CAE22}"/>
          </ac:spMkLst>
        </pc:spChg>
        <pc:spChg chg="del">
          <ac:chgData name="Stewart Brown" userId="e6e78e4c-41a8-4a3e-9c8b-29a7558069e5" providerId="ADAL" clId="{7B1BF0A4-6825-5875-A9B2-3463D4912796}" dt="2026-10-09T16:55:20.903" v="550" actId="478"/>
          <ac:spMkLst>
            <pc:docMk/>
            <pc:sldMk cId="3003847297" sldId="2147477497"/>
            <ac:spMk id="22" creationId="{45D60F6A-5C5E-A60A-52E2-0F4B4ABEA38C}"/>
          </ac:spMkLst>
        </pc:spChg>
        <pc:spChg chg="del">
          <ac:chgData name="Stewart Brown" userId="e6e78e4c-41a8-4a3e-9c8b-29a7558069e5" providerId="ADAL" clId="{7B1BF0A4-6825-5875-A9B2-3463D4912796}" dt="2026-10-09T16:55:20.903" v="550" actId="478"/>
          <ac:spMkLst>
            <pc:docMk/>
            <pc:sldMk cId="3003847297" sldId="2147477497"/>
            <ac:spMk id="36" creationId="{B114DFFE-D5C4-914C-55AA-D5613B93264A}"/>
          </ac:spMkLst>
        </pc:spChg>
        <pc:spChg chg="del">
          <ac:chgData name="Stewart Brown" userId="e6e78e4c-41a8-4a3e-9c8b-29a7558069e5" providerId="ADAL" clId="{7B1BF0A4-6825-5875-A9B2-3463D4912796}" dt="2026-10-09T16:55:20.903" v="550" actId="478"/>
          <ac:spMkLst>
            <pc:docMk/>
            <pc:sldMk cId="3003847297" sldId="2147477497"/>
            <ac:spMk id="38" creationId="{AD5F9577-8B8F-ED88-ADDA-EB59057E14C6}"/>
          </ac:spMkLst>
        </pc:spChg>
        <pc:spChg chg="del">
          <ac:chgData name="Stewart Brown" userId="e6e78e4c-41a8-4a3e-9c8b-29a7558069e5" providerId="ADAL" clId="{7B1BF0A4-6825-5875-A9B2-3463D4912796}" dt="2026-10-09T16:55:20.903" v="550" actId="478"/>
          <ac:spMkLst>
            <pc:docMk/>
            <pc:sldMk cId="3003847297" sldId="2147477497"/>
            <ac:spMk id="39" creationId="{138896A1-836A-4DCA-99E0-089C9D4E983C}"/>
          </ac:spMkLst>
        </pc:spChg>
        <pc:spChg chg="del">
          <ac:chgData name="Stewart Brown" userId="e6e78e4c-41a8-4a3e-9c8b-29a7558069e5" providerId="ADAL" clId="{7B1BF0A4-6825-5875-A9B2-3463D4912796}" dt="2026-10-09T16:55:20.903" v="550" actId="478"/>
          <ac:spMkLst>
            <pc:docMk/>
            <pc:sldMk cId="3003847297" sldId="2147477497"/>
            <ac:spMk id="40" creationId="{238CE295-5BC6-E9CF-5D3C-FFE59B2DB8EB}"/>
          </ac:spMkLst>
        </pc:spChg>
        <pc:spChg chg="del">
          <ac:chgData name="Stewart Brown" userId="e6e78e4c-41a8-4a3e-9c8b-29a7558069e5" providerId="ADAL" clId="{7B1BF0A4-6825-5875-A9B2-3463D4912796}" dt="2026-10-09T16:55:20.903" v="550" actId="478"/>
          <ac:spMkLst>
            <pc:docMk/>
            <pc:sldMk cId="3003847297" sldId="2147477497"/>
            <ac:spMk id="41" creationId="{41C1D9E7-DA1D-2A99-74B0-BD193D6390F4}"/>
          </ac:spMkLst>
        </pc:spChg>
        <pc:spChg chg="del">
          <ac:chgData name="Stewart Brown" userId="e6e78e4c-41a8-4a3e-9c8b-29a7558069e5" providerId="ADAL" clId="{7B1BF0A4-6825-5875-A9B2-3463D4912796}" dt="2026-10-09T16:55:20.903" v="550" actId="478"/>
          <ac:spMkLst>
            <pc:docMk/>
            <pc:sldMk cId="3003847297" sldId="2147477497"/>
            <ac:spMk id="42" creationId="{524115D8-6B4F-9AF5-0EC8-93CF3357E3D9}"/>
          </ac:spMkLst>
        </pc:spChg>
        <pc:cxnChg chg="del">
          <ac:chgData name="Stewart Brown" userId="e6e78e4c-41a8-4a3e-9c8b-29a7558069e5" providerId="ADAL" clId="{7B1BF0A4-6825-5875-A9B2-3463D4912796}" dt="2026-10-09T16:55:20.903" v="550" actId="478"/>
          <ac:cxnSpMkLst>
            <pc:docMk/>
            <pc:sldMk cId="3003847297" sldId="2147477497"/>
            <ac:cxnSpMk id="2" creationId="{9685964B-F4B2-AB0A-6C48-0655EDAA4B28}"/>
          </ac:cxnSpMkLst>
        </pc:cxnChg>
      </pc:sldChg>
      <pc:sldChg chg="addSp delSp modSp add del mod modAnim">
        <pc:chgData name="Stewart Brown" userId="e6e78e4c-41a8-4a3e-9c8b-29a7558069e5" providerId="ADAL" clId="{7B1BF0A4-6825-5875-A9B2-3463D4912796}" dt="2026-10-09T17:14:52.332" v="1100"/>
        <pc:sldMkLst>
          <pc:docMk/>
          <pc:sldMk cId="2769006970" sldId="2147477498"/>
        </pc:sldMkLst>
        <pc:spChg chg="add mod">
          <ac:chgData name="Stewart Brown" userId="e6e78e4c-41a8-4a3e-9c8b-29a7558069e5" providerId="ADAL" clId="{7B1BF0A4-6825-5875-A9B2-3463D4912796}" dt="2026-10-09T17:05:37.592" v="921" actId="20577"/>
          <ac:spMkLst>
            <pc:docMk/>
            <pc:sldMk cId="2769006970" sldId="2147477498"/>
            <ac:spMk id="3" creationId="{7C6782A2-C237-38DE-F710-F68A23BF9009}"/>
          </ac:spMkLst>
        </pc:spChg>
        <pc:spChg chg="del">
          <ac:chgData name="Stewart Brown" userId="e6e78e4c-41a8-4a3e-9c8b-29a7558069e5" providerId="ADAL" clId="{7B1BF0A4-6825-5875-A9B2-3463D4912796}" dt="2026-10-09T17:02:44.667" v="837" actId="478"/>
          <ac:spMkLst>
            <pc:docMk/>
            <pc:sldMk cId="2769006970" sldId="2147477498"/>
            <ac:spMk id="4" creationId="{B67127B0-4A7C-613E-467A-632F03212D5A}"/>
          </ac:spMkLst>
        </pc:spChg>
        <pc:spChg chg="mod">
          <ac:chgData name="Stewart Brown" userId="e6e78e4c-41a8-4a3e-9c8b-29a7558069e5" providerId="ADAL" clId="{7B1BF0A4-6825-5875-A9B2-3463D4912796}" dt="2026-10-09T17:04:44.937" v="891" actId="20577"/>
          <ac:spMkLst>
            <pc:docMk/>
            <pc:sldMk cId="2769006970" sldId="2147477498"/>
            <ac:spMk id="10" creationId="{AAFC3178-7D61-6FEB-0AA1-4701CA9114B0}"/>
          </ac:spMkLst>
        </pc:spChg>
        <pc:spChg chg="mod">
          <ac:chgData name="Stewart Brown" userId="e6e78e4c-41a8-4a3e-9c8b-29a7558069e5" providerId="ADAL" clId="{7B1BF0A4-6825-5875-A9B2-3463D4912796}" dt="2026-10-09T16:50:36.497" v="389" actId="20577"/>
          <ac:spMkLst>
            <pc:docMk/>
            <pc:sldMk cId="2769006970" sldId="2147477498"/>
            <ac:spMk id="11" creationId="{25CFA15D-3BBF-CEA2-F93B-85A8AD8202CB}"/>
          </ac:spMkLst>
        </pc:spChg>
        <pc:spChg chg="del">
          <ac:chgData name="Stewart Brown" userId="e6e78e4c-41a8-4a3e-9c8b-29a7558069e5" providerId="ADAL" clId="{7B1BF0A4-6825-5875-A9B2-3463D4912796}" dt="2026-10-09T17:02:44.667" v="837" actId="478"/>
          <ac:spMkLst>
            <pc:docMk/>
            <pc:sldMk cId="2769006970" sldId="2147477498"/>
            <ac:spMk id="21" creationId="{54C549D1-457A-B1B4-4E1D-97F43C3CAE22}"/>
          </ac:spMkLst>
        </pc:spChg>
        <pc:spChg chg="del">
          <ac:chgData name="Stewart Brown" userId="e6e78e4c-41a8-4a3e-9c8b-29a7558069e5" providerId="ADAL" clId="{7B1BF0A4-6825-5875-A9B2-3463D4912796}" dt="2026-10-09T17:02:44.667" v="837" actId="478"/>
          <ac:spMkLst>
            <pc:docMk/>
            <pc:sldMk cId="2769006970" sldId="2147477498"/>
            <ac:spMk id="22" creationId="{45D60F6A-5C5E-A60A-52E2-0F4B4ABEA38C}"/>
          </ac:spMkLst>
        </pc:spChg>
        <pc:spChg chg="del mod">
          <ac:chgData name="Stewart Brown" userId="e6e78e4c-41a8-4a3e-9c8b-29a7558069e5" providerId="ADAL" clId="{7B1BF0A4-6825-5875-A9B2-3463D4912796}" dt="2026-10-09T17:02:44.667" v="837" actId="478"/>
          <ac:spMkLst>
            <pc:docMk/>
            <pc:sldMk cId="2769006970" sldId="2147477498"/>
            <ac:spMk id="36" creationId="{B114DFFE-D5C4-914C-55AA-D5613B93264A}"/>
          </ac:spMkLst>
        </pc:spChg>
        <pc:spChg chg="del">
          <ac:chgData name="Stewart Brown" userId="e6e78e4c-41a8-4a3e-9c8b-29a7558069e5" providerId="ADAL" clId="{7B1BF0A4-6825-5875-A9B2-3463D4912796}" dt="2026-10-09T17:02:44.667" v="837" actId="478"/>
          <ac:spMkLst>
            <pc:docMk/>
            <pc:sldMk cId="2769006970" sldId="2147477498"/>
            <ac:spMk id="38" creationId="{AD5F9577-8B8F-ED88-ADDA-EB59057E14C6}"/>
          </ac:spMkLst>
        </pc:spChg>
        <pc:spChg chg="del">
          <ac:chgData name="Stewart Brown" userId="e6e78e4c-41a8-4a3e-9c8b-29a7558069e5" providerId="ADAL" clId="{7B1BF0A4-6825-5875-A9B2-3463D4912796}" dt="2026-10-09T17:02:44.667" v="837" actId="478"/>
          <ac:spMkLst>
            <pc:docMk/>
            <pc:sldMk cId="2769006970" sldId="2147477498"/>
            <ac:spMk id="39" creationId="{138896A1-836A-4DCA-99E0-089C9D4E983C}"/>
          </ac:spMkLst>
        </pc:spChg>
        <pc:spChg chg="del">
          <ac:chgData name="Stewart Brown" userId="e6e78e4c-41a8-4a3e-9c8b-29a7558069e5" providerId="ADAL" clId="{7B1BF0A4-6825-5875-A9B2-3463D4912796}" dt="2026-10-09T17:02:44.667" v="837" actId="478"/>
          <ac:spMkLst>
            <pc:docMk/>
            <pc:sldMk cId="2769006970" sldId="2147477498"/>
            <ac:spMk id="40" creationId="{238CE295-5BC6-E9CF-5D3C-FFE59B2DB8EB}"/>
          </ac:spMkLst>
        </pc:spChg>
        <pc:spChg chg="del">
          <ac:chgData name="Stewart Brown" userId="e6e78e4c-41a8-4a3e-9c8b-29a7558069e5" providerId="ADAL" clId="{7B1BF0A4-6825-5875-A9B2-3463D4912796}" dt="2026-10-09T17:02:44.667" v="837" actId="478"/>
          <ac:spMkLst>
            <pc:docMk/>
            <pc:sldMk cId="2769006970" sldId="2147477498"/>
            <ac:spMk id="41" creationId="{41C1D9E7-DA1D-2A99-74B0-BD193D6390F4}"/>
          </ac:spMkLst>
        </pc:spChg>
        <pc:spChg chg="del">
          <ac:chgData name="Stewart Brown" userId="e6e78e4c-41a8-4a3e-9c8b-29a7558069e5" providerId="ADAL" clId="{7B1BF0A4-6825-5875-A9B2-3463D4912796}" dt="2026-10-09T17:02:44.667" v="837" actId="478"/>
          <ac:spMkLst>
            <pc:docMk/>
            <pc:sldMk cId="2769006970" sldId="2147477498"/>
            <ac:spMk id="42" creationId="{524115D8-6B4F-9AF5-0EC8-93CF3357E3D9}"/>
          </ac:spMkLst>
        </pc:spChg>
        <pc:cxnChg chg="del">
          <ac:chgData name="Stewart Brown" userId="e6e78e4c-41a8-4a3e-9c8b-29a7558069e5" providerId="ADAL" clId="{7B1BF0A4-6825-5875-A9B2-3463D4912796}" dt="2026-10-09T17:02:44.667" v="837" actId="478"/>
          <ac:cxnSpMkLst>
            <pc:docMk/>
            <pc:sldMk cId="2769006970" sldId="2147477498"/>
            <ac:cxnSpMk id="2" creationId="{9685964B-F4B2-AB0A-6C48-0655EDAA4B28}"/>
          </ac:cxnSpMkLst>
        </pc:cxnChg>
      </pc:sldChg>
      <pc:sldChg chg="addSp delSp modSp add del mod modAnim">
        <pc:chgData name="Stewart Brown" userId="e6e78e4c-41a8-4a3e-9c8b-29a7558069e5" providerId="ADAL" clId="{7B1BF0A4-6825-5875-A9B2-3463D4912796}" dt="2026-10-09T17:32:24.239" v="1299" actId="20577"/>
        <pc:sldMkLst>
          <pc:docMk/>
          <pc:sldMk cId="3994730009" sldId="2147477499"/>
        </pc:sldMkLst>
        <pc:spChg chg="del">
          <ac:chgData name="Stewart Brown" userId="e6e78e4c-41a8-4a3e-9c8b-29a7558069e5" providerId="ADAL" clId="{7B1BF0A4-6825-5875-A9B2-3463D4912796}" dt="2026-10-09T17:08:09.860" v="922" actId="478"/>
          <ac:spMkLst>
            <pc:docMk/>
            <pc:sldMk cId="3994730009" sldId="2147477499"/>
            <ac:spMk id="4" creationId="{B67127B0-4A7C-613E-467A-632F03212D5A}"/>
          </ac:spMkLst>
        </pc:spChg>
        <pc:spChg chg="add mod">
          <ac:chgData name="Stewart Brown" userId="e6e78e4c-41a8-4a3e-9c8b-29a7558069e5" providerId="ADAL" clId="{7B1BF0A4-6825-5875-A9B2-3463D4912796}" dt="2026-10-09T17:32:24.239" v="1299" actId="20577"/>
          <ac:spMkLst>
            <pc:docMk/>
            <pc:sldMk cId="3994730009" sldId="2147477499"/>
            <ac:spMk id="6" creationId="{3D313261-2696-C855-CAF4-10DAE0C64955}"/>
          </ac:spMkLst>
        </pc:spChg>
        <pc:spChg chg="mod">
          <ac:chgData name="Stewart Brown" userId="e6e78e4c-41a8-4a3e-9c8b-29a7558069e5" providerId="ADAL" clId="{7B1BF0A4-6825-5875-A9B2-3463D4912796}" dt="2026-10-09T16:51:27.001" v="475" actId="20577"/>
          <ac:spMkLst>
            <pc:docMk/>
            <pc:sldMk cId="3994730009" sldId="2147477499"/>
            <ac:spMk id="10" creationId="{AAFC3178-7D61-6FEB-0AA1-4701CA9114B0}"/>
          </ac:spMkLst>
        </pc:spChg>
        <pc:spChg chg="mod">
          <ac:chgData name="Stewart Brown" userId="e6e78e4c-41a8-4a3e-9c8b-29a7558069e5" providerId="ADAL" clId="{7B1BF0A4-6825-5875-A9B2-3463D4912796}" dt="2026-10-09T16:51:22.620" v="468" actId="20577"/>
          <ac:spMkLst>
            <pc:docMk/>
            <pc:sldMk cId="3994730009" sldId="2147477499"/>
            <ac:spMk id="11" creationId="{25CFA15D-3BBF-CEA2-F93B-85A8AD8202CB}"/>
          </ac:spMkLst>
        </pc:spChg>
        <pc:spChg chg="mod">
          <ac:chgData name="Stewart Brown" userId="e6e78e4c-41a8-4a3e-9c8b-29a7558069e5" providerId="ADAL" clId="{7B1BF0A4-6825-5875-A9B2-3463D4912796}" dt="2026-10-09T16:51:03.115" v="421" actId="20577"/>
          <ac:spMkLst>
            <pc:docMk/>
            <pc:sldMk cId="3994730009" sldId="2147477499"/>
            <ac:spMk id="12" creationId="{28470349-52D9-24B8-2D89-C5F02D7F54E7}"/>
          </ac:spMkLst>
        </pc:spChg>
        <pc:spChg chg="del">
          <ac:chgData name="Stewart Brown" userId="e6e78e4c-41a8-4a3e-9c8b-29a7558069e5" providerId="ADAL" clId="{7B1BF0A4-6825-5875-A9B2-3463D4912796}" dt="2026-10-09T17:08:09.860" v="922" actId="478"/>
          <ac:spMkLst>
            <pc:docMk/>
            <pc:sldMk cId="3994730009" sldId="2147477499"/>
            <ac:spMk id="21" creationId="{54C549D1-457A-B1B4-4E1D-97F43C3CAE22}"/>
          </ac:spMkLst>
        </pc:spChg>
        <pc:spChg chg="del">
          <ac:chgData name="Stewart Brown" userId="e6e78e4c-41a8-4a3e-9c8b-29a7558069e5" providerId="ADAL" clId="{7B1BF0A4-6825-5875-A9B2-3463D4912796}" dt="2026-10-09T17:08:09.860" v="922" actId="478"/>
          <ac:spMkLst>
            <pc:docMk/>
            <pc:sldMk cId="3994730009" sldId="2147477499"/>
            <ac:spMk id="22" creationId="{45D60F6A-5C5E-A60A-52E2-0F4B4ABEA38C}"/>
          </ac:spMkLst>
        </pc:spChg>
        <pc:spChg chg="del">
          <ac:chgData name="Stewart Brown" userId="e6e78e4c-41a8-4a3e-9c8b-29a7558069e5" providerId="ADAL" clId="{7B1BF0A4-6825-5875-A9B2-3463D4912796}" dt="2026-10-09T17:08:09.860" v="922" actId="478"/>
          <ac:spMkLst>
            <pc:docMk/>
            <pc:sldMk cId="3994730009" sldId="2147477499"/>
            <ac:spMk id="36" creationId="{B114DFFE-D5C4-914C-55AA-D5613B93264A}"/>
          </ac:spMkLst>
        </pc:spChg>
        <pc:spChg chg="del">
          <ac:chgData name="Stewart Brown" userId="e6e78e4c-41a8-4a3e-9c8b-29a7558069e5" providerId="ADAL" clId="{7B1BF0A4-6825-5875-A9B2-3463D4912796}" dt="2026-10-09T17:08:09.860" v="922" actId="478"/>
          <ac:spMkLst>
            <pc:docMk/>
            <pc:sldMk cId="3994730009" sldId="2147477499"/>
            <ac:spMk id="38" creationId="{AD5F9577-8B8F-ED88-ADDA-EB59057E14C6}"/>
          </ac:spMkLst>
        </pc:spChg>
        <pc:spChg chg="del">
          <ac:chgData name="Stewart Brown" userId="e6e78e4c-41a8-4a3e-9c8b-29a7558069e5" providerId="ADAL" clId="{7B1BF0A4-6825-5875-A9B2-3463D4912796}" dt="2026-10-09T17:08:09.860" v="922" actId="478"/>
          <ac:spMkLst>
            <pc:docMk/>
            <pc:sldMk cId="3994730009" sldId="2147477499"/>
            <ac:spMk id="39" creationId="{138896A1-836A-4DCA-99E0-089C9D4E983C}"/>
          </ac:spMkLst>
        </pc:spChg>
        <pc:spChg chg="del">
          <ac:chgData name="Stewart Brown" userId="e6e78e4c-41a8-4a3e-9c8b-29a7558069e5" providerId="ADAL" clId="{7B1BF0A4-6825-5875-A9B2-3463D4912796}" dt="2026-10-09T17:08:09.860" v="922" actId="478"/>
          <ac:spMkLst>
            <pc:docMk/>
            <pc:sldMk cId="3994730009" sldId="2147477499"/>
            <ac:spMk id="40" creationId="{238CE295-5BC6-E9CF-5D3C-FFE59B2DB8EB}"/>
          </ac:spMkLst>
        </pc:spChg>
        <pc:spChg chg="del">
          <ac:chgData name="Stewart Brown" userId="e6e78e4c-41a8-4a3e-9c8b-29a7558069e5" providerId="ADAL" clId="{7B1BF0A4-6825-5875-A9B2-3463D4912796}" dt="2026-10-09T17:08:09.860" v="922" actId="478"/>
          <ac:spMkLst>
            <pc:docMk/>
            <pc:sldMk cId="3994730009" sldId="2147477499"/>
            <ac:spMk id="41" creationId="{41C1D9E7-DA1D-2A99-74B0-BD193D6390F4}"/>
          </ac:spMkLst>
        </pc:spChg>
        <pc:spChg chg="del">
          <ac:chgData name="Stewart Brown" userId="e6e78e4c-41a8-4a3e-9c8b-29a7558069e5" providerId="ADAL" clId="{7B1BF0A4-6825-5875-A9B2-3463D4912796}" dt="2026-10-09T17:08:09.860" v="922" actId="478"/>
          <ac:spMkLst>
            <pc:docMk/>
            <pc:sldMk cId="3994730009" sldId="2147477499"/>
            <ac:spMk id="42" creationId="{524115D8-6B4F-9AF5-0EC8-93CF3357E3D9}"/>
          </ac:spMkLst>
        </pc:spChg>
        <pc:cxnChg chg="del">
          <ac:chgData name="Stewart Brown" userId="e6e78e4c-41a8-4a3e-9c8b-29a7558069e5" providerId="ADAL" clId="{7B1BF0A4-6825-5875-A9B2-3463D4912796}" dt="2026-10-09T17:08:09.860" v="922" actId="478"/>
          <ac:cxnSpMkLst>
            <pc:docMk/>
            <pc:sldMk cId="3994730009" sldId="2147477499"/>
            <ac:cxnSpMk id="25" creationId="{681E9DB5-B9DA-F9CE-58FD-4998004EFAD8}"/>
          </ac:cxnSpMkLst>
        </pc:cxnChg>
      </pc:sldChg>
      <pc:sldChg chg="addSp delSp modSp add del mod delAnim modAnim">
        <pc:chgData name="Stewart Brown" userId="e6e78e4c-41a8-4a3e-9c8b-29a7558069e5" providerId="ADAL" clId="{7B1BF0A4-6825-5875-A9B2-3463D4912796}" dt="2026-10-09T17:34:42.894" v="1320"/>
        <pc:sldMkLst>
          <pc:docMk/>
          <pc:sldMk cId="3085572753" sldId="2147477500"/>
        </pc:sldMkLst>
        <pc:spChg chg="del">
          <ac:chgData name="Stewart Brown" userId="e6e78e4c-41a8-4a3e-9c8b-29a7558069e5" providerId="ADAL" clId="{7B1BF0A4-6825-5875-A9B2-3463D4912796}" dt="2026-10-09T17:11:17.554" v="1045" actId="478"/>
          <ac:spMkLst>
            <pc:docMk/>
            <pc:sldMk cId="3085572753" sldId="2147477500"/>
            <ac:spMk id="4" creationId="{B67127B0-4A7C-613E-467A-632F03212D5A}"/>
          </ac:spMkLst>
        </pc:spChg>
        <pc:spChg chg="mod">
          <ac:chgData name="Stewart Brown" userId="e6e78e4c-41a8-4a3e-9c8b-29a7558069e5" providerId="ADAL" clId="{7B1BF0A4-6825-5875-A9B2-3463D4912796}" dt="2026-10-09T16:51:33.782" v="496" actId="20577"/>
          <ac:spMkLst>
            <pc:docMk/>
            <pc:sldMk cId="3085572753" sldId="2147477500"/>
            <ac:spMk id="10" creationId="{AAFC3178-7D61-6FEB-0AA1-4701CA9114B0}"/>
          </ac:spMkLst>
        </pc:spChg>
        <pc:spChg chg="mod">
          <ac:chgData name="Stewart Brown" userId="e6e78e4c-41a8-4a3e-9c8b-29a7558069e5" providerId="ADAL" clId="{7B1BF0A4-6825-5875-A9B2-3463D4912796}" dt="2026-10-09T16:51:31.711" v="489" actId="20577"/>
          <ac:spMkLst>
            <pc:docMk/>
            <pc:sldMk cId="3085572753" sldId="2147477500"/>
            <ac:spMk id="11" creationId="{25CFA15D-3BBF-CEA2-F93B-85A8AD8202CB}"/>
          </ac:spMkLst>
        </pc:spChg>
        <pc:spChg chg="mod">
          <ac:chgData name="Stewart Brown" userId="e6e78e4c-41a8-4a3e-9c8b-29a7558069e5" providerId="ADAL" clId="{7B1BF0A4-6825-5875-A9B2-3463D4912796}" dt="2026-10-09T16:51:36.909" v="503" actId="20577"/>
          <ac:spMkLst>
            <pc:docMk/>
            <pc:sldMk cId="3085572753" sldId="2147477500"/>
            <ac:spMk id="12" creationId="{28470349-52D9-24B8-2D89-C5F02D7F54E7}"/>
          </ac:spMkLst>
        </pc:spChg>
        <pc:spChg chg="mod">
          <ac:chgData name="Stewart Brown" userId="e6e78e4c-41a8-4a3e-9c8b-29a7558069e5" providerId="ADAL" clId="{7B1BF0A4-6825-5875-A9B2-3463D4912796}" dt="2026-10-09T16:51:12.804" v="442" actId="20577"/>
          <ac:spMkLst>
            <pc:docMk/>
            <pc:sldMk cId="3085572753" sldId="2147477500"/>
            <ac:spMk id="13" creationId="{00C809A4-6CE0-1041-2F94-9F60E6C82584}"/>
          </ac:spMkLst>
        </pc:spChg>
        <pc:spChg chg="add del mod">
          <ac:chgData name="Stewart Brown" userId="e6e78e4c-41a8-4a3e-9c8b-29a7558069e5" providerId="ADAL" clId="{7B1BF0A4-6825-5875-A9B2-3463D4912796}" dt="2026-10-09T17:13:12.754" v="1054"/>
          <ac:spMkLst>
            <pc:docMk/>
            <pc:sldMk cId="3085572753" sldId="2147477500"/>
            <ac:spMk id="14" creationId="{259F7910-7CA2-9AF0-D54C-12F670160485}"/>
          </ac:spMkLst>
        </pc:spChg>
        <pc:spChg chg="add del mod">
          <ac:chgData name="Stewart Brown" userId="e6e78e4c-41a8-4a3e-9c8b-29a7558069e5" providerId="ADAL" clId="{7B1BF0A4-6825-5875-A9B2-3463D4912796}" dt="2026-10-09T17:33:34.080" v="1308" actId="478"/>
          <ac:spMkLst>
            <pc:docMk/>
            <pc:sldMk cId="3085572753" sldId="2147477500"/>
            <ac:spMk id="15" creationId="{AC02C699-11DD-338C-1F26-E636A76673FA}"/>
          </ac:spMkLst>
        </pc:spChg>
        <pc:spChg chg="add mod">
          <ac:chgData name="Stewart Brown" userId="e6e78e4c-41a8-4a3e-9c8b-29a7558069e5" providerId="ADAL" clId="{7B1BF0A4-6825-5875-A9B2-3463D4912796}" dt="2026-10-09T17:33:52.780" v="1316" actId="1076"/>
          <ac:spMkLst>
            <pc:docMk/>
            <pc:sldMk cId="3085572753" sldId="2147477500"/>
            <ac:spMk id="17" creationId="{4E302DCE-7E43-BB1D-F958-167578C83D36}"/>
          </ac:spMkLst>
        </pc:spChg>
        <pc:spChg chg="add mod">
          <ac:chgData name="Stewart Brown" userId="e6e78e4c-41a8-4a3e-9c8b-29a7558069e5" providerId="ADAL" clId="{7B1BF0A4-6825-5875-A9B2-3463D4912796}" dt="2026-10-09T17:33:52.780" v="1316" actId="1076"/>
          <ac:spMkLst>
            <pc:docMk/>
            <pc:sldMk cId="3085572753" sldId="2147477500"/>
            <ac:spMk id="18" creationId="{DE758FA0-2DDD-DEA4-6510-F1B5261FC36D}"/>
          </ac:spMkLst>
        </pc:spChg>
        <pc:spChg chg="del">
          <ac:chgData name="Stewart Brown" userId="e6e78e4c-41a8-4a3e-9c8b-29a7558069e5" providerId="ADAL" clId="{7B1BF0A4-6825-5875-A9B2-3463D4912796}" dt="2026-10-09T17:11:17.554" v="1045" actId="478"/>
          <ac:spMkLst>
            <pc:docMk/>
            <pc:sldMk cId="3085572753" sldId="2147477500"/>
            <ac:spMk id="21" creationId="{54C549D1-457A-B1B4-4E1D-97F43C3CAE22}"/>
          </ac:spMkLst>
        </pc:spChg>
        <pc:spChg chg="del">
          <ac:chgData name="Stewart Brown" userId="e6e78e4c-41a8-4a3e-9c8b-29a7558069e5" providerId="ADAL" clId="{7B1BF0A4-6825-5875-A9B2-3463D4912796}" dt="2026-10-09T17:11:17.554" v="1045" actId="478"/>
          <ac:spMkLst>
            <pc:docMk/>
            <pc:sldMk cId="3085572753" sldId="2147477500"/>
            <ac:spMk id="22" creationId="{45D60F6A-5C5E-A60A-52E2-0F4B4ABEA38C}"/>
          </ac:spMkLst>
        </pc:spChg>
        <pc:spChg chg="del">
          <ac:chgData name="Stewart Brown" userId="e6e78e4c-41a8-4a3e-9c8b-29a7558069e5" providerId="ADAL" clId="{7B1BF0A4-6825-5875-A9B2-3463D4912796}" dt="2026-10-09T17:11:17.554" v="1045" actId="478"/>
          <ac:spMkLst>
            <pc:docMk/>
            <pc:sldMk cId="3085572753" sldId="2147477500"/>
            <ac:spMk id="36" creationId="{B114DFFE-D5C4-914C-55AA-D5613B93264A}"/>
          </ac:spMkLst>
        </pc:spChg>
        <pc:spChg chg="del">
          <ac:chgData name="Stewart Brown" userId="e6e78e4c-41a8-4a3e-9c8b-29a7558069e5" providerId="ADAL" clId="{7B1BF0A4-6825-5875-A9B2-3463D4912796}" dt="2026-10-09T17:11:17.554" v="1045" actId="478"/>
          <ac:spMkLst>
            <pc:docMk/>
            <pc:sldMk cId="3085572753" sldId="2147477500"/>
            <ac:spMk id="38" creationId="{AD5F9577-8B8F-ED88-ADDA-EB59057E14C6}"/>
          </ac:spMkLst>
        </pc:spChg>
        <pc:spChg chg="del">
          <ac:chgData name="Stewart Brown" userId="e6e78e4c-41a8-4a3e-9c8b-29a7558069e5" providerId="ADAL" clId="{7B1BF0A4-6825-5875-A9B2-3463D4912796}" dt="2026-10-09T17:11:17.554" v="1045" actId="478"/>
          <ac:spMkLst>
            <pc:docMk/>
            <pc:sldMk cId="3085572753" sldId="2147477500"/>
            <ac:spMk id="39" creationId="{138896A1-836A-4DCA-99E0-089C9D4E983C}"/>
          </ac:spMkLst>
        </pc:spChg>
        <pc:spChg chg="del">
          <ac:chgData name="Stewart Brown" userId="e6e78e4c-41a8-4a3e-9c8b-29a7558069e5" providerId="ADAL" clId="{7B1BF0A4-6825-5875-A9B2-3463D4912796}" dt="2026-10-09T17:11:17.554" v="1045" actId="478"/>
          <ac:spMkLst>
            <pc:docMk/>
            <pc:sldMk cId="3085572753" sldId="2147477500"/>
            <ac:spMk id="40" creationId="{238CE295-5BC6-E9CF-5D3C-FFE59B2DB8EB}"/>
          </ac:spMkLst>
        </pc:spChg>
        <pc:spChg chg="del">
          <ac:chgData name="Stewart Brown" userId="e6e78e4c-41a8-4a3e-9c8b-29a7558069e5" providerId="ADAL" clId="{7B1BF0A4-6825-5875-A9B2-3463D4912796}" dt="2026-10-09T17:11:17.554" v="1045" actId="478"/>
          <ac:spMkLst>
            <pc:docMk/>
            <pc:sldMk cId="3085572753" sldId="2147477500"/>
            <ac:spMk id="41" creationId="{41C1D9E7-DA1D-2A99-74B0-BD193D6390F4}"/>
          </ac:spMkLst>
        </pc:spChg>
        <pc:spChg chg="del">
          <ac:chgData name="Stewart Brown" userId="e6e78e4c-41a8-4a3e-9c8b-29a7558069e5" providerId="ADAL" clId="{7B1BF0A4-6825-5875-A9B2-3463D4912796}" dt="2026-10-09T17:11:17.554" v="1045" actId="478"/>
          <ac:spMkLst>
            <pc:docMk/>
            <pc:sldMk cId="3085572753" sldId="2147477500"/>
            <ac:spMk id="42" creationId="{524115D8-6B4F-9AF5-0EC8-93CF3357E3D9}"/>
          </ac:spMkLst>
        </pc:spChg>
        <pc:picChg chg="add mod">
          <ac:chgData name="Stewart Brown" userId="e6e78e4c-41a8-4a3e-9c8b-29a7558069e5" providerId="ADAL" clId="{7B1BF0A4-6825-5875-A9B2-3463D4912796}" dt="2026-10-09T17:33:35.558" v="1310" actId="1076"/>
          <ac:picMkLst>
            <pc:docMk/>
            <pc:sldMk cId="3085572753" sldId="2147477500"/>
            <ac:picMk id="16" creationId="{215FDFA1-7198-2084-7628-6AA3CBFF270E}"/>
          </ac:picMkLst>
        </pc:picChg>
        <pc:picChg chg="add mod">
          <ac:chgData name="Stewart Brown" userId="e6e78e4c-41a8-4a3e-9c8b-29a7558069e5" providerId="ADAL" clId="{7B1BF0A4-6825-5875-A9B2-3463D4912796}" dt="2026-10-09T17:34:08.054" v="1318"/>
          <ac:picMkLst>
            <pc:docMk/>
            <pc:sldMk cId="3085572753" sldId="2147477500"/>
            <ac:picMk id="19" creationId="{A9F736C7-9EE7-C3BE-2E63-AA3C81E7E59A}"/>
          </ac:picMkLst>
        </pc:picChg>
        <pc:cxnChg chg="del">
          <ac:chgData name="Stewart Brown" userId="e6e78e4c-41a8-4a3e-9c8b-29a7558069e5" providerId="ADAL" clId="{7B1BF0A4-6825-5875-A9B2-3463D4912796}" dt="2026-10-09T17:11:17.554" v="1045" actId="478"/>
          <ac:cxnSpMkLst>
            <pc:docMk/>
            <pc:sldMk cId="3085572753" sldId="2147477500"/>
            <ac:cxnSpMk id="25" creationId="{681E9DB5-B9DA-F9CE-58FD-4998004EFAD8}"/>
          </ac:cxnSpMkLst>
        </pc:cxnChg>
      </pc:sldChg>
      <pc:sldChg chg="add ord">
        <pc:chgData name="Stewart Brown" userId="e6e78e4c-41a8-4a3e-9c8b-29a7558069e5" providerId="ADAL" clId="{7B1BF0A4-6825-5875-A9B2-3463D4912796}" dt="2026-10-09T17:42:20.998" v="1322" actId="20578"/>
        <pc:sldMkLst>
          <pc:docMk/>
          <pc:sldMk cId="15863458" sldId="2147480354"/>
        </pc:sldMkLst>
      </pc:sldChg>
      <pc:sldChg chg="del">
        <pc:chgData name="Stewart Brown" userId="e6e78e4c-41a8-4a3e-9c8b-29a7558069e5" providerId="ADAL" clId="{7B1BF0A4-6825-5875-A9B2-3463D4912796}" dt="2026-10-09T17:16:15.698" v="1107" actId="2696"/>
        <pc:sldMkLst>
          <pc:docMk/>
          <pc:sldMk cId="2353055528" sldId="2147483616"/>
        </pc:sldMkLst>
      </pc:sldChg>
      <pc:sldChg chg="modSp mod">
        <pc:chgData name="Stewart Brown" userId="e6e78e4c-41a8-4a3e-9c8b-29a7558069e5" providerId="ADAL" clId="{7B1BF0A4-6825-5875-A9B2-3463D4912796}" dt="2026-10-09T16:54:42.240" v="549" actId="20577"/>
        <pc:sldMkLst>
          <pc:docMk/>
          <pc:sldMk cId="1977175886" sldId="2147483617"/>
        </pc:sldMkLst>
        <pc:spChg chg="mod">
          <ac:chgData name="Stewart Brown" userId="e6e78e4c-41a8-4a3e-9c8b-29a7558069e5" providerId="ADAL" clId="{7B1BF0A4-6825-5875-A9B2-3463D4912796}" dt="2026-10-09T16:54:42.240" v="549" actId="20577"/>
          <ac:spMkLst>
            <pc:docMk/>
            <pc:sldMk cId="1977175886" sldId="2147483617"/>
            <ac:spMk id="3" creationId="{568D871C-E103-ABDD-D987-8740C23E3C33}"/>
          </ac:spMkLst>
        </pc:spChg>
      </pc:sldChg>
      <pc:sldChg chg="modSp mod">
        <pc:chgData name="Stewart Brown" userId="e6e78e4c-41a8-4a3e-9c8b-29a7558069e5" providerId="ADAL" clId="{7B1BF0A4-6825-5875-A9B2-3463D4912796}" dt="2026-10-09T16:53:56.706" v="533" actId="20577"/>
        <pc:sldMkLst>
          <pc:docMk/>
          <pc:sldMk cId="713529795" sldId="2147483618"/>
        </pc:sldMkLst>
        <pc:spChg chg="mod">
          <ac:chgData name="Stewart Brown" userId="e6e78e4c-41a8-4a3e-9c8b-29a7558069e5" providerId="ADAL" clId="{7B1BF0A4-6825-5875-A9B2-3463D4912796}" dt="2026-10-09T16:52:40.383" v="504" actId="20577"/>
          <ac:spMkLst>
            <pc:docMk/>
            <pc:sldMk cId="713529795" sldId="2147483618"/>
            <ac:spMk id="11" creationId="{E43B9B96-82C6-931D-A613-56FB36846FFF}"/>
          </ac:spMkLst>
        </pc:spChg>
        <pc:spChg chg="mod">
          <ac:chgData name="Stewart Brown" userId="e6e78e4c-41a8-4a3e-9c8b-29a7558069e5" providerId="ADAL" clId="{7B1BF0A4-6825-5875-A9B2-3463D4912796}" dt="2026-10-09T16:53:56.706" v="533" actId="20577"/>
          <ac:spMkLst>
            <pc:docMk/>
            <pc:sldMk cId="713529795" sldId="2147483618"/>
            <ac:spMk id="12" creationId="{38CDFA5D-402A-C5B4-E8BD-4866CD64076F}"/>
          </ac:spMkLst>
        </pc:spChg>
      </pc:sldChg>
      <pc:sldChg chg="addSp modSp add mod ord">
        <pc:chgData name="Stewart Brown" userId="e6e78e4c-41a8-4a3e-9c8b-29a7558069e5" providerId="ADAL" clId="{7B1BF0A4-6825-5875-A9B2-3463D4912796}" dt="2026-10-09T18:32:04.885" v="1360" actId="20577"/>
        <pc:sldMkLst>
          <pc:docMk/>
          <pc:sldMk cId="1978500934" sldId="2147483642"/>
        </pc:sldMkLst>
        <pc:spChg chg="add mod">
          <ac:chgData name="Stewart Brown" userId="e6e78e4c-41a8-4a3e-9c8b-29a7558069e5" providerId="ADAL" clId="{7B1BF0A4-6825-5875-A9B2-3463D4912796}" dt="2026-10-09T18:32:04.885" v="1360" actId="20577"/>
          <ac:spMkLst>
            <pc:docMk/>
            <pc:sldMk cId="1978500934" sldId="2147483642"/>
            <ac:spMk id="3" creationId="{6212C892-1ABB-1F87-EAB5-91B867F1DBF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4C7817-0DB0-4D10-9921-A79468F4CD23}" type="doc">
      <dgm:prSet loTypeId="urn:microsoft.com/office/officeart/2005/8/layout/vList2" loCatId="list" qsTypeId="urn:microsoft.com/office/officeart/2005/8/quickstyle/simple1#20" qsCatId="simple" csTypeId="urn:microsoft.com/office/officeart/2005/8/colors/accent1_2#9" csCatId="accent1"/>
      <dgm:spPr/>
      <dgm:t>
        <a:bodyPr/>
        <a:lstStyle/>
        <a:p>
          <a:endParaRPr lang="en-US"/>
        </a:p>
      </dgm:t>
    </dgm:pt>
    <dgm:pt modelId="{D1DCF7F2-98D4-4954-BF79-E1B206D41778}">
      <dgm:prSet/>
      <dgm:spPr/>
      <dgm:t>
        <a:bodyPr/>
        <a:lstStyle/>
        <a:p>
          <a:r>
            <a:rPr lang="en-US" b="0" i="0" baseline="0"/>
            <a:t>50 Years of analytics innovation</a:t>
          </a:r>
          <a:endParaRPr lang="en-US"/>
        </a:p>
      </dgm:t>
    </dgm:pt>
    <dgm:pt modelId="{826E047A-592E-4912-8320-E3A0E9982AE1}" type="parTrans" cxnId="{9F91CF14-328F-43A8-8223-B627B3B420DC}">
      <dgm:prSet/>
      <dgm:spPr/>
      <dgm:t>
        <a:bodyPr/>
        <a:lstStyle/>
        <a:p>
          <a:endParaRPr lang="en-US"/>
        </a:p>
      </dgm:t>
    </dgm:pt>
    <dgm:pt modelId="{EA336B2B-263F-4351-94A0-BA62DE1BB75B}" type="sibTrans" cxnId="{9F91CF14-328F-43A8-8223-B627B3B420DC}">
      <dgm:prSet/>
      <dgm:spPr/>
      <dgm:t>
        <a:bodyPr/>
        <a:lstStyle/>
        <a:p>
          <a:endParaRPr lang="en-US"/>
        </a:p>
      </dgm:t>
    </dgm:pt>
    <dgm:pt modelId="{7DFEB1E4-393D-43A1-A98D-0321122BFA12}">
      <dgm:prSet/>
      <dgm:spPr/>
      <dgm:t>
        <a:bodyPr/>
        <a:lstStyle/>
        <a:p>
          <a:r>
            <a:rPr lang="en-US" b="0" i="0" baseline="0"/>
            <a:t>12,000+ Employees across 140 countries</a:t>
          </a:r>
          <a:endParaRPr lang="en-US"/>
        </a:p>
      </dgm:t>
    </dgm:pt>
    <dgm:pt modelId="{46ACD381-9F88-4F75-AB78-F4B5C28F9971}" type="parTrans" cxnId="{9FA712A1-6822-415D-9EA1-0FFCF06E01B5}">
      <dgm:prSet/>
      <dgm:spPr/>
      <dgm:t>
        <a:bodyPr/>
        <a:lstStyle/>
        <a:p>
          <a:endParaRPr lang="en-US"/>
        </a:p>
      </dgm:t>
    </dgm:pt>
    <dgm:pt modelId="{632AC934-BDDA-44AC-9783-EC9F0CF18A47}" type="sibTrans" cxnId="{9FA712A1-6822-415D-9EA1-0FFCF06E01B5}">
      <dgm:prSet/>
      <dgm:spPr/>
      <dgm:t>
        <a:bodyPr/>
        <a:lstStyle/>
        <a:p>
          <a:endParaRPr lang="en-US"/>
        </a:p>
      </dgm:t>
    </dgm:pt>
    <dgm:pt modelId="{3F49BC40-4F3B-4024-909B-23CFD4FFD52E}">
      <dgm:prSet/>
      <dgm:spPr/>
      <dgm:t>
        <a:bodyPr/>
        <a:lstStyle/>
        <a:p>
          <a:r>
            <a:rPr lang="en-US" b="0" i="0" baseline="0"/>
            <a:t>1,400+ Partners</a:t>
          </a:r>
          <a:endParaRPr lang="en-US"/>
        </a:p>
      </dgm:t>
    </dgm:pt>
    <dgm:pt modelId="{E1574864-1335-4047-97D3-133C6233CDF4}" type="parTrans" cxnId="{2A8DD1E2-0F48-47D6-909E-9554B1A09E13}">
      <dgm:prSet/>
      <dgm:spPr/>
      <dgm:t>
        <a:bodyPr/>
        <a:lstStyle/>
        <a:p>
          <a:endParaRPr lang="en-US"/>
        </a:p>
      </dgm:t>
    </dgm:pt>
    <dgm:pt modelId="{DB36EA42-AD27-43BB-91D3-EA0B4F0F0AEE}" type="sibTrans" cxnId="{2A8DD1E2-0F48-47D6-909E-9554B1A09E13}">
      <dgm:prSet/>
      <dgm:spPr/>
      <dgm:t>
        <a:bodyPr/>
        <a:lstStyle/>
        <a:p>
          <a:endParaRPr lang="en-US"/>
        </a:p>
      </dgm:t>
    </dgm:pt>
    <dgm:pt modelId="{B7E6279A-D7EC-4818-BFC9-E528AA591C49}" type="pres">
      <dgm:prSet presAssocID="{AB4C7817-0DB0-4D10-9921-A79468F4CD23}" presName="linear" presStyleCnt="0">
        <dgm:presLayoutVars>
          <dgm:animLvl val="lvl"/>
          <dgm:resizeHandles val="exact"/>
        </dgm:presLayoutVars>
      </dgm:prSet>
      <dgm:spPr/>
    </dgm:pt>
    <dgm:pt modelId="{B7CD4762-FFFB-411C-A060-906E8C86B79E}" type="pres">
      <dgm:prSet presAssocID="{D1DCF7F2-98D4-4954-BF79-E1B206D41778}" presName="parentText" presStyleLbl="node1" presStyleIdx="0" presStyleCnt="3">
        <dgm:presLayoutVars>
          <dgm:chMax val="0"/>
          <dgm:bulletEnabled val="1"/>
        </dgm:presLayoutVars>
      </dgm:prSet>
      <dgm:spPr/>
    </dgm:pt>
    <dgm:pt modelId="{A9A61ABE-843A-4B4E-A7D6-00B7F52FD6B0}" type="pres">
      <dgm:prSet presAssocID="{EA336B2B-263F-4351-94A0-BA62DE1BB75B}" presName="spacer" presStyleCnt="0"/>
      <dgm:spPr/>
    </dgm:pt>
    <dgm:pt modelId="{15F77A3B-A519-4FA9-9FD4-55E1BB855B15}" type="pres">
      <dgm:prSet presAssocID="{7DFEB1E4-393D-43A1-A98D-0321122BFA12}" presName="parentText" presStyleLbl="node1" presStyleIdx="1" presStyleCnt="3">
        <dgm:presLayoutVars>
          <dgm:chMax val="0"/>
          <dgm:bulletEnabled val="1"/>
        </dgm:presLayoutVars>
      </dgm:prSet>
      <dgm:spPr/>
    </dgm:pt>
    <dgm:pt modelId="{A9F71831-129C-4865-8D95-6B1660BFA8C0}" type="pres">
      <dgm:prSet presAssocID="{632AC934-BDDA-44AC-9783-EC9F0CF18A47}" presName="spacer" presStyleCnt="0"/>
      <dgm:spPr/>
    </dgm:pt>
    <dgm:pt modelId="{1EDF5342-15CA-46EF-A53B-0BD2EA0C3490}" type="pres">
      <dgm:prSet presAssocID="{3F49BC40-4F3B-4024-909B-23CFD4FFD52E}" presName="parentText" presStyleLbl="node1" presStyleIdx="2" presStyleCnt="3">
        <dgm:presLayoutVars>
          <dgm:chMax val="0"/>
          <dgm:bulletEnabled val="1"/>
        </dgm:presLayoutVars>
      </dgm:prSet>
      <dgm:spPr/>
    </dgm:pt>
  </dgm:ptLst>
  <dgm:cxnLst>
    <dgm:cxn modelId="{9F91CF14-328F-43A8-8223-B627B3B420DC}" srcId="{AB4C7817-0DB0-4D10-9921-A79468F4CD23}" destId="{D1DCF7F2-98D4-4954-BF79-E1B206D41778}" srcOrd="0" destOrd="0" parTransId="{826E047A-592E-4912-8320-E3A0E9982AE1}" sibTransId="{EA336B2B-263F-4351-94A0-BA62DE1BB75B}"/>
    <dgm:cxn modelId="{C0BB5E69-F3A9-4084-AA22-57F5389421BA}" type="presOf" srcId="{7DFEB1E4-393D-43A1-A98D-0321122BFA12}" destId="{15F77A3B-A519-4FA9-9FD4-55E1BB855B15}" srcOrd="0" destOrd="0" presId="urn:microsoft.com/office/officeart/2005/8/layout/vList2"/>
    <dgm:cxn modelId="{2405CF84-F125-4FB5-A6D2-EF5F75549368}" type="presOf" srcId="{D1DCF7F2-98D4-4954-BF79-E1B206D41778}" destId="{B7CD4762-FFFB-411C-A060-906E8C86B79E}" srcOrd="0" destOrd="0" presId="urn:microsoft.com/office/officeart/2005/8/layout/vList2"/>
    <dgm:cxn modelId="{9FA712A1-6822-415D-9EA1-0FFCF06E01B5}" srcId="{AB4C7817-0DB0-4D10-9921-A79468F4CD23}" destId="{7DFEB1E4-393D-43A1-A98D-0321122BFA12}" srcOrd="1" destOrd="0" parTransId="{46ACD381-9F88-4F75-AB78-F4B5C28F9971}" sibTransId="{632AC934-BDDA-44AC-9783-EC9F0CF18A47}"/>
    <dgm:cxn modelId="{600F34A5-D1AC-4ED3-BFE5-5810AFB7AC11}" type="presOf" srcId="{AB4C7817-0DB0-4D10-9921-A79468F4CD23}" destId="{B7E6279A-D7EC-4818-BFC9-E528AA591C49}" srcOrd="0" destOrd="0" presId="urn:microsoft.com/office/officeart/2005/8/layout/vList2"/>
    <dgm:cxn modelId="{C8081BD1-EB4A-438F-A955-0581CA36BBB8}" type="presOf" srcId="{3F49BC40-4F3B-4024-909B-23CFD4FFD52E}" destId="{1EDF5342-15CA-46EF-A53B-0BD2EA0C3490}" srcOrd="0" destOrd="0" presId="urn:microsoft.com/office/officeart/2005/8/layout/vList2"/>
    <dgm:cxn modelId="{2A8DD1E2-0F48-47D6-909E-9554B1A09E13}" srcId="{AB4C7817-0DB0-4D10-9921-A79468F4CD23}" destId="{3F49BC40-4F3B-4024-909B-23CFD4FFD52E}" srcOrd="2" destOrd="0" parTransId="{E1574864-1335-4047-97D3-133C6233CDF4}" sibTransId="{DB36EA42-AD27-43BB-91D3-EA0B4F0F0AEE}"/>
    <dgm:cxn modelId="{BD01F721-7C6D-48A9-BBBB-4F25105C57FB}" type="presParOf" srcId="{B7E6279A-D7EC-4818-BFC9-E528AA591C49}" destId="{B7CD4762-FFFB-411C-A060-906E8C86B79E}" srcOrd="0" destOrd="0" presId="urn:microsoft.com/office/officeart/2005/8/layout/vList2"/>
    <dgm:cxn modelId="{38431FE2-E588-4853-9B55-407CA60C0EF6}" type="presParOf" srcId="{B7E6279A-D7EC-4818-BFC9-E528AA591C49}" destId="{A9A61ABE-843A-4B4E-A7D6-00B7F52FD6B0}" srcOrd="1" destOrd="0" presId="urn:microsoft.com/office/officeart/2005/8/layout/vList2"/>
    <dgm:cxn modelId="{55310B47-C5B8-4272-A175-7BB212C8B82B}" type="presParOf" srcId="{B7E6279A-D7EC-4818-BFC9-E528AA591C49}" destId="{15F77A3B-A519-4FA9-9FD4-55E1BB855B15}" srcOrd="2" destOrd="0" presId="urn:microsoft.com/office/officeart/2005/8/layout/vList2"/>
    <dgm:cxn modelId="{471CD1F0-376D-4874-9B6C-10C5CCD7E4B2}" type="presParOf" srcId="{B7E6279A-D7EC-4818-BFC9-E528AA591C49}" destId="{A9F71831-129C-4865-8D95-6B1660BFA8C0}" srcOrd="3" destOrd="0" presId="urn:microsoft.com/office/officeart/2005/8/layout/vList2"/>
    <dgm:cxn modelId="{25103FDD-A8F5-4D6C-A0D9-4695C66CB08E}" type="presParOf" srcId="{B7E6279A-D7EC-4818-BFC9-E528AA591C49}" destId="{1EDF5342-15CA-46EF-A53B-0BD2EA0C349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CD4762-FFFB-411C-A060-906E8C86B79E}">
      <dsp:nvSpPr>
        <dsp:cNvPr id="0" name=""/>
        <dsp:cNvSpPr/>
      </dsp:nvSpPr>
      <dsp:spPr>
        <a:xfrm>
          <a:off x="0" y="54872"/>
          <a:ext cx="7741848" cy="21481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b="0" i="0" kern="1200" baseline="0"/>
            <a:t>50 Years of analytics innovation</a:t>
          </a:r>
          <a:endParaRPr lang="en-US" sz="5400" kern="1200"/>
        </a:p>
      </dsp:txBody>
      <dsp:txXfrm>
        <a:off x="104863" y="159735"/>
        <a:ext cx="7532122" cy="1938394"/>
      </dsp:txXfrm>
    </dsp:sp>
    <dsp:sp modelId="{15F77A3B-A519-4FA9-9FD4-55E1BB855B15}">
      <dsp:nvSpPr>
        <dsp:cNvPr id="0" name=""/>
        <dsp:cNvSpPr/>
      </dsp:nvSpPr>
      <dsp:spPr>
        <a:xfrm>
          <a:off x="0" y="2358512"/>
          <a:ext cx="7741848" cy="21481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b="0" i="0" kern="1200" baseline="0"/>
            <a:t>12,000+ Employees across 140 countries</a:t>
          </a:r>
          <a:endParaRPr lang="en-US" sz="5400" kern="1200"/>
        </a:p>
      </dsp:txBody>
      <dsp:txXfrm>
        <a:off x="104863" y="2463375"/>
        <a:ext cx="7532122" cy="1938394"/>
      </dsp:txXfrm>
    </dsp:sp>
    <dsp:sp modelId="{1EDF5342-15CA-46EF-A53B-0BD2EA0C3490}">
      <dsp:nvSpPr>
        <dsp:cNvPr id="0" name=""/>
        <dsp:cNvSpPr/>
      </dsp:nvSpPr>
      <dsp:spPr>
        <a:xfrm>
          <a:off x="0" y="4662152"/>
          <a:ext cx="7741848" cy="21481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b="0" i="0" kern="1200" baseline="0"/>
            <a:t>1,400+ Partners</a:t>
          </a:r>
          <a:endParaRPr lang="en-US" sz="5400" kern="1200"/>
        </a:p>
      </dsp:txBody>
      <dsp:txXfrm>
        <a:off x="104863" y="4767015"/>
        <a:ext cx="7532122" cy="19383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ags" Target="../tags/tag26.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10/15/2026</a:t>
            </a:fld>
            <a:endParaRPr lang="en-US" dirty="0">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dirty="0">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10/15/2026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dirty="0"/>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12573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21717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30861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40005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3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a:t>
            </a:fld>
            <a:endParaRPr lang="en-US" dirty="0"/>
          </a:p>
        </p:txBody>
      </p:sp>
    </p:spTree>
    <p:extLst>
      <p:ext uri="{BB962C8B-B14F-4D97-AF65-F5344CB8AC3E}">
        <p14:creationId xmlns:p14="http://schemas.microsoft.com/office/powerpoint/2010/main" val="204349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344986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vert="horz" lIns="91440" tIns="45720" rIns="91440" bIns="45720" rtlCol="0"/>
          <a:lstStyle/>
          <a:p>
            <a:endParaRPr lang="en-US" dirty="0"/>
          </a:p>
        </p:txBody>
      </p:sp>
    </p:spTree>
    <p:custDataLst>
      <p:tags r:id="rId1"/>
    </p:custDataLst>
    <p:extLst>
      <p:ext uri="{BB962C8B-B14F-4D97-AF65-F5344CB8AC3E}">
        <p14:creationId xmlns:p14="http://schemas.microsoft.com/office/powerpoint/2010/main" val="1506950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F5F0-2E98-F1DB-E043-A2C155B16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49A0E-D2A1-E676-C48C-DEEB6C73BFC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72CBD33-71D0-A7BA-B66D-C54625639811}"/>
              </a:ext>
            </a:extLst>
          </p:cNvPr>
          <p:cNvSpPr>
            <a:spLocks noGrp="1"/>
          </p:cNvSpPr>
          <p:nvPr>
            <p:ph type="body" idx="1"/>
          </p:nvPr>
        </p:nvSpPr>
        <p:spPr/>
        <p:txBody>
          <a:bodyPr vert="horz" lIns="91440" tIns="45720" rIns="91440" bIns="45720" rtlCol="0"/>
          <a:lstStyle/>
          <a:p>
            <a:pPr marL="342900" marR="0" lvl="0" indent="-342900" algn="l" defTabSz="1828800" rtl="0" eaLnBrk="1" fontAlgn="auto" latinLnBrk="0" hangingPunct="1">
              <a:lnSpc>
                <a:spcPct val="100000"/>
              </a:lnSpc>
              <a:spcBef>
                <a:spcPts val="0"/>
              </a:spcBef>
              <a:spcAft>
                <a:spcPts val="0"/>
              </a:spcAft>
              <a:buClr>
                <a:schemeClr val="accent5"/>
              </a:buClr>
              <a:buSzTx/>
              <a:buFont typeface="Anova Light" panose="020B0403020203020204" pitchFamily="34" charset="0"/>
              <a:buChar char="•"/>
              <a:tabLst/>
              <a:defRPr/>
            </a:pPr>
            <a:r>
              <a:rPr lang="en-GB" sz="2400" b="0" i="1"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Our Global Academic Program is designed to help students build real-world analytics skills, get certified, and connect with employers. Let’s explore what’s available to you.”</a:t>
            </a:r>
            <a:endParaRPr lang="en-GB" dirty="0"/>
          </a:p>
        </p:txBody>
      </p:sp>
    </p:spTree>
    <p:custDataLst>
      <p:tags r:id="rId1"/>
    </p:custDataLst>
    <p:extLst>
      <p:ext uri="{BB962C8B-B14F-4D97-AF65-F5344CB8AC3E}">
        <p14:creationId xmlns:p14="http://schemas.microsoft.com/office/powerpoint/2010/main" val="3156255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77497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A17C-8E5C-7406-8735-EEE034A11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4B217-877C-387C-B899-2C59D4B1AF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419924-40F4-A74C-9763-75B8E1DABD7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64960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US" dirty="0"/>
              <a:t>Easy, relaxed process to apply! All we need is your CV no cover letter or other documents.</a:t>
            </a:r>
            <a:endParaRPr lang="en-GB" dirty="0"/>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16</a:t>
            </a:fld>
            <a:endParaRPr lang="en-US"/>
          </a:p>
        </p:txBody>
      </p:sp>
    </p:spTree>
    <p:extLst>
      <p:ext uri="{BB962C8B-B14F-4D97-AF65-F5344CB8AC3E}">
        <p14:creationId xmlns:p14="http://schemas.microsoft.com/office/powerpoint/2010/main" val="1725867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vert="horz" lIns="91440" tIns="45720" rIns="91440" bIns="45720" rtlCol="0"/>
          <a:lstStyle/>
          <a:p>
            <a:endParaRPr lang="en-US" dirty="0"/>
          </a:p>
        </p:txBody>
      </p:sp>
    </p:spTree>
    <p:custDataLst>
      <p:tags r:id="rId1"/>
    </p:custDataLst>
    <p:extLst>
      <p:ext uri="{BB962C8B-B14F-4D97-AF65-F5344CB8AC3E}">
        <p14:creationId xmlns:p14="http://schemas.microsoft.com/office/powerpoint/2010/main" val="22250598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2927508"/>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220170"/>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GB"/>
              <a:t>Click to edit Master text styles</a:t>
            </a:r>
          </a:p>
          <a:p>
            <a:pPr lvl="1"/>
            <a:r>
              <a:rPr lang="en-GB"/>
              <a:t>Second level</a:t>
            </a:r>
          </a:p>
          <a:p>
            <a:pPr lvl="2"/>
            <a:r>
              <a:rPr lang="en-GB"/>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GB"/>
              <a:t>Click to edit Master text styles</a:t>
            </a:r>
          </a:p>
          <a:p>
            <a:pPr lvl="1"/>
            <a:r>
              <a:rPr lang="en-GB"/>
              <a:t>Second level</a:t>
            </a:r>
          </a:p>
          <a:p>
            <a:pPr lvl="2"/>
            <a:r>
              <a:rPr lang="en-GB"/>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GB"/>
              <a:t>Click to edit Master text styles</a:t>
            </a:r>
          </a:p>
          <a:p>
            <a:pPr lvl="1"/>
            <a:r>
              <a:rPr lang="en-GB"/>
              <a:t>Second level</a:t>
            </a:r>
          </a:p>
          <a:p>
            <a:pPr lvl="2"/>
            <a:r>
              <a:rPr lang="en-GB"/>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2927508"/>
            <a:ext cx="15782544"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4220170"/>
            <a:ext cx="15782544"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B30C0FC0-2C2C-10CE-0594-84811DEFE33B}"/>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07342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D4FEAADD-6A43-A3AD-C613-62CE351F345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D65EAAE1-A5CA-D245-874C-7FB6F8D56FA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397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9208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7351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444273"/>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accent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42158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57425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0691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7B26AFD3-845A-9D0A-335D-AE00D0ADA6A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14548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2F6DB731-09D4-08B5-8614-68F3501B51F7}"/>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F763AC1A-EE13-FF0B-9CAB-4F6421B970D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121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8090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628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DBA1A5-F11E-586C-AE20-3947111EA4AC}"/>
              </a:ext>
            </a:extLst>
          </p:cNvPr>
          <p:cNvSpPr/>
          <p:nvPr userDrawn="1"/>
        </p:nvSpPr>
        <p:spPr>
          <a:xfrm>
            <a:off x="16477128" y="9143999"/>
            <a:ext cx="1810872" cy="1143001"/>
          </a:xfrm>
          <a:prstGeom prst="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C7363F-AF69-28E6-1F57-D691A99669FF}"/>
              </a:ext>
            </a:extLst>
          </p:cNvPr>
          <p:cNvPicPr>
            <a:picLocks noChangeAspect="1"/>
          </p:cNvPicPr>
          <p:nvPr userDrawn="1"/>
        </p:nvPicPr>
        <p:blipFill>
          <a:blip r:embed="rId14"/>
          <a:stretch>
            <a:fillRect/>
          </a:stretch>
        </p:blipFill>
        <p:spPr>
          <a:xfrm>
            <a:off x="0" y="9143999"/>
            <a:ext cx="16477128" cy="1143001"/>
          </a:xfrm>
          <a:prstGeom prst="rect">
            <a:avLst/>
          </a:prstGeom>
        </p:spPr>
      </p:pic>
      <p:sp>
        <p:nvSpPr>
          <p:cNvPr id="3" name="Text Placeholder 2"/>
          <p:cNvSpPr>
            <a:spLocks noGrp="1"/>
          </p:cNvSpPr>
          <p:nvPr>
            <p:ph type="body" idx="1"/>
          </p:nvPr>
        </p:nvSpPr>
        <p:spPr>
          <a:xfrm>
            <a:off x="1252432" y="2400300"/>
            <a:ext cx="15773400" cy="6444273"/>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sp>
        <p:nvSpPr>
          <p:cNvPr id="8" name="TextBox 4">
            <a:extLst>
              <a:ext uri="{FF2B5EF4-FFF2-40B4-BE49-F238E27FC236}">
                <a16:creationId xmlns:a16="http://schemas.microsoft.com/office/drawing/2014/main" id="{C16FACEF-10C6-6BB8-EE57-ACF39B01B1D3}"/>
              </a:ext>
            </a:extLst>
          </p:cNvPr>
          <p:cNvSpPr txBox="1"/>
          <p:nvPr userDrawn="1"/>
        </p:nvSpPr>
        <p:spPr>
          <a:xfrm>
            <a:off x="1252432" y="9316082"/>
            <a:ext cx="8588993" cy="584775"/>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3200" b="1" i="0" u="none" strike="noStrike" kern="300" cap="none" spc="100" normalizeH="0" baseline="0" noProof="0" dirty="0">
                <a:ln>
                  <a:noFill/>
                </a:ln>
                <a:solidFill>
                  <a:schemeClr val="bg1"/>
                </a:solidFill>
                <a:effectLst/>
                <a:uLnTx/>
                <a:uFillTx/>
                <a:latin typeface="Anova Bold" panose="020B0503020203020204" pitchFamily="34" charset="0"/>
                <a:ea typeface="Anova Bold" panose="020B0703020203020204" pitchFamily="34" charset="0"/>
                <a:cs typeface="Anova Light" panose="020B0403020203020204" pitchFamily="34" charset="0"/>
              </a:rPr>
              <a:t>CONFIDENTIAL — DO NOT DISCLOSE</a:t>
            </a:r>
          </a:p>
        </p:txBody>
      </p:sp>
      <p:sp>
        <p:nvSpPr>
          <p:cNvPr id="10" name="TextBox 4">
            <a:extLst>
              <a:ext uri="{FF2B5EF4-FFF2-40B4-BE49-F238E27FC236}">
                <a16:creationId xmlns:a16="http://schemas.microsoft.com/office/drawing/2014/main" id="{73378641-98C0-74B8-EDAB-E5E4E2EEB661}"/>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bg1"/>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A68AF4A5-1947-70D5-1EEC-327485090E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202342366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2.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8.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0.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33.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0833F4-230C-4206-A9AF-C9CAB8385FA8}"/>
              </a:ext>
            </a:extLst>
          </p:cNvPr>
          <p:cNvSpPr/>
          <p:nvPr/>
        </p:nvSpPr>
        <p:spPr>
          <a:xfrm>
            <a:off x="0" y="0"/>
            <a:ext cx="18288000" cy="10287000"/>
          </a:xfrm>
          <a:prstGeom prst="rect">
            <a:avLst/>
          </a:prstGeom>
          <a:blipFill dpi="0" rotWithShape="1">
            <a:blip r:embed="rId3">
              <a:alphaModFix amt="38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Light"/>
              <a:ea typeface="+mn-ea"/>
              <a:cs typeface="+mn-cs"/>
            </a:endParaRPr>
          </a:p>
        </p:txBody>
      </p:sp>
      <p:sp>
        <p:nvSpPr>
          <p:cNvPr id="5" name="Rectangle 4">
            <a:extLst>
              <a:ext uri="{FF2B5EF4-FFF2-40B4-BE49-F238E27FC236}">
                <a16:creationId xmlns:a16="http://schemas.microsoft.com/office/drawing/2014/main" id="{469197B0-B60D-6590-6663-4BD3776CFE0B}"/>
              </a:ext>
            </a:extLst>
          </p:cNvPr>
          <p:cNvSpPr/>
          <p:nvPr/>
        </p:nvSpPr>
        <p:spPr>
          <a:xfrm>
            <a:off x="0" y="0"/>
            <a:ext cx="18288000" cy="10287000"/>
          </a:xfrm>
          <a:prstGeom prst="rect">
            <a:avLst/>
          </a:prstGeom>
          <a:solidFill>
            <a:schemeClr val="tx2">
              <a:lumMod val="75000"/>
              <a:lumOff val="25000"/>
              <a:alpha val="78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4B9AD6A7-5883-F258-F751-56BE35829886}"/>
              </a:ext>
            </a:extLst>
          </p:cNvPr>
          <p:cNvSpPr txBox="1"/>
          <p:nvPr/>
        </p:nvSpPr>
        <p:spPr>
          <a:xfrm flipH="1">
            <a:off x="804859" y="3926761"/>
            <a:ext cx="11706808" cy="923330"/>
          </a:xfrm>
          <a:prstGeom prst="rect">
            <a:avLst/>
          </a:prstGeom>
          <a:noFill/>
        </p:spPr>
        <p:txBody>
          <a:bodyPr wrap="square" anchor="b">
            <a:spAutoFit/>
          </a:bodyPr>
          <a:lstStyle/>
          <a:p>
            <a:pPr>
              <a:lnSpc>
                <a:spcPct val="90000"/>
              </a:lnSpc>
              <a:defRPr/>
            </a:pPr>
            <a:r>
              <a:rPr lang="en-US" sz="6000" dirty="0">
                <a:solidFill>
                  <a:schemeClr val="bg1"/>
                </a:solidFill>
                <a:latin typeface="+mj-lt"/>
              </a:rPr>
              <a:t>SAS Scotland</a:t>
            </a:r>
            <a:endParaRPr lang="tr-TR" sz="6000" dirty="0">
              <a:solidFill>
                <a:schemeClr val="bg1"/>
              </a:solidFill>
              <a:latin typeface="+mj-lt"/>
            </a:endParaRPr>
          </a:p>
        </p:txBody>
      </p:sp>
      <p:sp>
        <p:nvSpPr>
          <p:cNvPr id="42" name="Rectangle 41">
            <a:extLst>
              <a:ext uri="{FF2B5EF4-FFF2-40B4-BE49-F238E27FC236}">
                <a16:creationId xmlns:a16="http://schemas.microsoft.com/office/drawing/2014/main" id="{5D005571-0299-E4C2-A03E-98A32EC45E7D}"/>
              </a:ext>
            </a:extLst>
          </p:cNvPr>
          <p:cNvSpPr/>
          <p:nvPr/>
        </p:nvSpPr>
        <p:spPr>
          <a:xfrm>
            <a:off x="806033" y="4668705"/>
            <a:ext cx="5622573" cy="523220"/>
          </a:xfrm>
          <a:prstGeom prst="rect">
            <a:avLst/>
          </a:prstGeom>
        </p:spPr>
        <p:txBody>
          <a:bodyPr wrap="square">
            <a:spAutoFit/>
          </a:bodyPr>
          <a:lstStyle/>
          <a:p>
            <a:pPr>
              <a:defRPr/>
            </a:pPr>
            <a:r>
              <a:rPr lang="en-US" sz="2800" dirty="0">
                <a:solidFill>
                  <a:schemeClr val="accent3"/>
                </a:solidFill>
                <a:ea typeface="+mn-ea"/>
                <a:cs typeface="+mn-cs"/>
              </a:rPr>
              <a:t>Leaders of Analytics</a:t>
            </a:r>
          </a:p>
        </p:txBody>
      </p:sp>
    </p:spTree>
    <p:extLst>
      <p:ext uri="{BB962C8B-B14F-4D97-AF65-F5344CB8AC3E}">
        <p14:creationId xmlns:p14="http://schemas.microsoft.com/office/powerpoint/2010/main" val="377765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FBF0-6546-36F8-A38D-9CE37784FCB2}"/>
              </a:ext>
            </a:extLst>
          </p:cNvPr>
          <p:cNvSpPr>
            <a:spLocks noGrp="1"/>
          </p:cNvSpPr>
          <p:nvPr>
            <p:ph type="title"/>
          </p:nvPr>
        </p:nvSpPr>
        <p:spPr/>
        <p:txBody>
          <a:bodyPr/>
          <a:lstStyle/>
          <a:p>
            <a:r>
              <a:rPr lang="en-US" dirty="0"/>
              <a:t>SAS</a:t>
            </a:r>
            <a:endParaRPr lang="en-GB" dirty="0"/>
          </a:p>
        </p:txBody>
      </p:sp>
      <p:sp>
        <p:nvSpPr>
          <p:cNvPr id="3" name="Text Placeholder 2">
            <a:extLst>
              <a:ext uri="{FF2B5EF4-FFF2-40B4-BE49-F238E27FC236}">
                <a16:creationId xmlns:a16="http://schemas.microsoft.com/office/drawing/2014/main" id="{9C08EE4E-ABF9-F1E9-B980-B45B0DC440C5}"/>
              </a:ext>
            </a:extLst>
          </p:cNvPr>
          <p:cNvSpPr>
            <a:spLocks noGrp="1"/>
          </p:cNvSpPr>
          <p:nvPr>
            <p:ph type="body" sz="quarter" idx="10"/>
          </p:nvPr>
        </p:nvSpPr>
        <p:spPr/>
        <p:txBody>
          <a:bodyPr/>
          <a:lstStyle/>
          <a:p>
            <a:r>
              <a:rPr lang="en-US" dirty="0"/>
              <a:t>What do we do as a company?</a:t>
            </a:r>
            <a:endParaRPr lang="en-GB" dirty="0"/>
          </a:p>
        </p:txBody>
      </p:sp>
      <p:grpSp>
        <p:nvGrpSpPr>
          <p:cNvPr id="4" name="Group 3">
            <a:extLst>
              <a:ext uri="{FF2B5EF4-FFF2-40B4-BE49-F238E27FC236}">
                <a16:creationId xmlns:a16="http://schemas.microsoft.com/office/drawing/2014/main" id="{BEC66A55-FC6F-A695-FBAB-23F850C52FA8}"/>
              </a:ext>
            </a:extLst>
          </p:cNvPr>
          <p:cNvGrpSpPr/>
          <p:nvPr/>
        </p:nvGrpSpPr>
        <p:grpSpPr>
          <a:xfrm>
            <a:off x="1194043" y="2568186"/>
            <a:ext cx="15773400" cy="5448462"/>
            <a:chOff x="1257300" y="2358636"/>
            <a:chExt cx="9568016" cy="5448462"/>
          </a:xfrm>
        </p:grpSpPr>
        <p:sp>
          <p:nvSpPr>
            <p:cNvPr id="5" name="!!Title_1">
              <a:extLst>
                <a:ext uri="{FF2B5EF4-FFF2-40B4-BE49-F238E27FC236}">
                  <a16:creationId xmlns:a16="http://schemas.microsoft.com/office/drawing/2014/main" id="{8FB2C958-9305-6ADC-A355-DBBE6A9679DC}"/>
                </a:ext>
              </a:extLst>
            </p:cNvPr>
            <p:cNvSpPr txBox="1">
              <a:spLocks/>
            </p:cNvSpPr>
            <p:nvPr/>
          </p:nvSpPr>
          <p:spPr>
            <a:xfrm>
              <a:off x="1257300" y="2358636"/>
              <a:ext cx="9568016" cy="1514261"/>
            </a:xfrm>
            <a:prstGeom prst="rect">
              <a:avLst/>
            </a:prstGeom>
          </p:spPr>
          <p:txBody>
            <a:bodyPr vert="horz" wrap="square" lIns="182880" tIns="91440" rIns="182880" bIns="9144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1200"/>
                </a:spcAft>
              </a:pPr>
              <a:r>
                <a:rPr lang="en-GB" sz="4800" dirty="0">
                  <a:solidFill>
                    <a:schemeClr val="bg2"/>
                  </a:solidFill>
                </a:rPr>
                <a:t>Our software helps organizations collect, </a:t>
              </a:r>
              <a:r>
                <a:rPr lang="en-GB" sz="4800" dirty="0" err="1">
                  <a:solidFill>
                    <a:schemeClr val="bg2"/>
                  </a:solidFill>
                </a:rPr>
                <a:t>analyze</a:t>
              </a:r>
              <a:r>
                <a:rPr lang="en-GB" sz="4800" dirty="0">
                  <a:solidFill>
                    <a:schemeClr val="bg2"/>
                  </a:solidFill>
                </a:rPr>
                <a:t> and visualize data across a range of industries. </a:t>
              </a:r>
              <a:endParaRPr lang="en-US" sz="4800" dirty="0">
                <a:solidFill>
                  <a:schemeClr val="bg2"/>
                </a:solidFill>
              </a:endParaRPr>
            </a:p>
          </p:txBody>
        </p:sp>
        <p:sp>
          <p:nvSpPr>
            <p:cNvPr id="6" name="!!Title_1">
              <a:extLst>
                <a:ext uri="{FF2B5EF4-FFF2-40B4-BE49-F238E27FC236}">
                  <a16:creationId xmlns:a16="http://schemas.microsoft.com/office/drawing/2014/main" id="{FA74D998-8148-0A79-7F1B-9B72545E67B6}"/>
                </a:ext>
              </a:extLst>
            </p:cNvPr>
            <p:cNvSpPr txBox="1">
              <a:spLocks/>
            </p:cNvSpPr>
            <p:nvPr/>
          </p:nvSpPr>
          <p:spPr>
            <a:xfrm>
              <a:off x="1257300" y="4232995"/>
              <a:ext cx="4784008" cy="3570208"/>
            </a:xfrm>
            <a:prstGeom prst="rect">
              <a:avLst/>
            </a:prstGeom>
          </p:spPr>
          <p:txBody>
            <a:bodyPr vert="horz" wrap="square" lIns="182880" tIns="91440" rIns="182880" bIns="9144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spcAft>
                  <a:spcPts val="1200"/>
                </a:spcAft>
                <a:buFont typeface="Arial" panose="020B0604020202020204" pitchFamily="34" charset="0"/>
                <a:buChar char="•"/>
              </a:pPr>
              <a:r>
                <a:rPr lang="en-GB" sz="4000" dirty="0">
                  <a:solidFill>
                    <a:schemeClr val="bg2"/>
                  </a:solidFill>
                </a:rPr>
                <a:t>Banking</a:t>
              </a:r>
            </a:p>
            <a:p>
              <a:pPr marL="571500" indent="-571500">
                <a:spcAft>
                  <a:spcPts val="1200"/>
                </a:spcAft>
                <a:buFont typeface="Arial" panose="020B0604020202020204" pitchFamily="34" charset="0"/>
                <a:buChar char="•"/>
              </a:pPr>
              <a:r>
                <a:rPr lang="en-GB" sz="4000" dirty="0">
                  <a:solidFill>
                    <a:schemeClr val="bg2"/>
                  </a:solidFill>
                </a:rPr>
                <a:t>Education</a:t>
              </a:r>
            </a:p>
            <a:p>
              <a:pPr marL="571500" indent="-571500">
                <a:spcAft>
                  <a:spcPts val="1200"/>
                </a:spcAft>
                <a:buFont typeface="Arial" panose="020B0604020202020204" pitchFamily="34" charset="0"/>
                <a:buChar char="•"/>
              </a:pPr>
              <a:r>
                <a:rPr lang="en-GB" sz="4000" dirty="0">
                  <a:solidFill>
                    <a:schemeClr val="bg2"/>
                  </a:solidFill>
                </a:rPr>
                <a:t>Health Care</a:t>
              </a:r>
            </a:p>
            <a:p>
              <a:pPr marL="571500" indent="-571500">
                <a:spcAft>
                  <a:spcPts val="1200"/>
                </a:spcAft>
                <a:buFont typeface="Arial" panose="020B0604020202020204" pitchFamily="34" charset="0"/>
                <a:buChar char="•"/>
              </a:pPr>
              <a:r>
                <a:rPr lang="en-GB" sz="4000" dirty="0">
                  <a:solidFill>
                    <a:schemeClr val="bg2"/>
                  </a:solidFill>
                </a:rPr>
                <a:t>Insurance</a:t>
              </a:r>
            </a:p>
            <a:p>
              <a:pPr marL="571500" indent="-571500">
                <a:spcAft>
                  <a:spcPts val="1200"/>
                </a:spcAft>
                <a:buFont typeface="Arial" panose="020B0604020202020204" pitchFamily="34" charset="0"/>
                <a:buChar char="•"/>
              </a:pPr>
              <a:r>
                <a:rPr lang="en-GB" sz="4000" dirty="0">
                  <a:solidFill>
                    <a:schemeClr val="bg2"/>
                  </a:solidFill>
                </a:rPr>
                <a:t>Life Sciences</a:t>
              </a:r>
              <a:endParaRPr lang="en-US" sz="4000" dirty="0">
                <a:solidFill>
                  <a:schemeClr val="bg2"/>
                </a:solidFill>
              </a:endParaRPr>
            </a:p>
          </p:txBody>
        </p:sp>
        <p:sp>
          <p:nvSpPr>
            <p:cNvPr id="7" name="!!Title_1">
              <a:extLst>
                <a:ext uri="{FF2B5EF4-FFF2-40B4-BE49-F238E27FC236}">
                  <a16:creationId xmlns:a16="http://schemas.microsoft.com/office/drawing/2014/main" id="{32A1C3A5-A18E-D7CC-3C22-B139E21698A9}"/>
                </a:ext>
              </a:extLst>
            </p:cNvPr>
            <p:cNvSpPr txBox="1">
              <a:spLocks/>
            </p:cNvSpPr>
            <p:nvPr/>
          </p:nvSpPr>
          <p:spPr>
            <a:xfrm>
              <a:off x="5642769" y="4236890"/>
              <a:ext cx="4854844" cy="3570208"/>
            </a:xfrm>
            <a:prstGeom prst="rect">
              <a:avLst/>
            </a:prstGeom>
          </p:spPr>
          <p:txBody>
            <a:bodyPr vert="horz" wrap="square" lIns="182880" tIns="91440" rIns="182880" bIns="9144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spcAft>
                  <a:spcPts val="1200"/>
                </a:spcAft>
                <a:buFont typeface="Arial" panose="020B0604020202020204" pitchFamily="34" charset="0"/>
                <a:buChar char="•"/>
              </a:pPr>
              <a:r>
                <a:rPr lang="en-GB" sz="4000" dirty="0">
                  <a:solidFill>
                    <a:schemeClr val="bg2"/>
                  </a:solidFill>
                </a:rPr>
                <a:t>Manufacturing</a:t>
              </a:r>
            </a:p>
            <a:p>
              <a:pPr marL="571500" indent="-571500">
                <a:spcAft>
                  <a:spcPts val="1200"/>
                </a:spcAft>
                <a:buFont typeface="Arial" panose="020B0604020202020204" pitchFamily="34" charset="0"/>
                <a:buChar char="•"/>
              </a:pPr>
              <a:r>
                <a:rPr lang="en-GB" sz="4000" dirty="0">
                  <a:solidFill>
                    <a:schemeClr val="bg2"/>
                  </a:solidFill>
                </a:rPr>
                <a:t>Public Sector</a:t>
              </a:r>
            </a:p>
            <a:p>
              <a:pPr marL="571500" indent="-571500">
                <a:spcAft>
                  <a:spcPts val="1200"/>
                </a:spcAft>
                <a:buFont typeface="Arial" panose="020B0604020202020204" pitchFamily="34" charset="0"/>
                <a:buChar char="•"/>
              </a:pPr>
              <a:r>
                <a:rPr lang="en-GB" sz="4000" dirty="0">
                  <a:solidFill>
                    <a:schemeClr val="bg2"/>
                  </a:solidFill>
                </a:rPr>
                <a:t>Retail &amp; Consumer Goods</a:t>
              </a:r>
            </a:p>
            <a:p>
              <a:pPr marL="571500" indent="-571500">
                <a:spcAft>
                  <a:spcPts val="1200"/>
                </a:spcAft>
                <a:buFont typeface="Arial" panose="020B0604020202020204" pitchFamily="34" charset="0"/>
                <a:buChar char="•"/>
              </a:pPr>
              <a:r>
                <a:rPr lang="en-GB" sz="4000" dirty="0">
                  <a:solidFill>
                    <a:schemeClr val="bg2"/>
                  </a:solidFill>
                </a:rPr>
                <a:t>Small &amp; Midsize Businesses</a:t>
              </a:r>
            </a:p>
            <a:p>
              <a:pPr marL="571500" indent="-571500">
                <a:spcAft>
                  <a:spcPts val="1200"/>
                </a:spcAft>
                <a:buFont typeface="Arial" panose="020B0604020202020204" pitchFamily="34" charset="0"/>
                <a:buChar char="•"/>
              </a:pPr>
              <a:r>
                <a:rPr lang="en-GB" sz="4000" dirty="0">
                  <a:solidFill>
                    <a:schemeClr val="bg2"/>
                  </a:solidFill>
                </a:rPr>
                <a:t>Telecom &amp; media </a:t>
              </a:r>
              <a:endParaRPr lang="en-US" sz="4000" dirty="0">
                <a:solidFill>
                  <a:schemeClr val="bg2"/>
                </a:solidFill>
              </a:endParaRPr>
            </a:p>
          </p:txBody>
        </p:sp>
      </p:grpSp>
    </p:spTree>
    <p:extLst>
      <p:ext uri="{BB962C8B-B14F-4D97-AF65-F5344CB8AC3E}">
        <p14:creationId xmlns:p14="http://schemas.microsoft.com/office/powerpoint/2010/main" val="85959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9E4BD-A7A6-5CFB-3570-5FDD06B23817}"/>
              </a:ext>
            </a:extLst>
          </p:cNvPr>
          <p:cNvSpPr>
            <a:spLocks noGrp="1"/>
          </p:cNvSpPr>
          <p:nvPr>
            <p:ph type="title"/>
          </p:nvPr>
        </p:nvSpPr>
        <p:spPr>
          <a:xfrm>
            <a:off x="1252432" y="710304"/>
            <a:ext cx="15773400" cy="775596"/>
          </a:xfrm>
        </p:spPr>
        <p:txBody>
          <a:bodyPr anchor="ctr">
            <a:normAutofit/>
          </a:bodyPr>
          <a:lstStyle/>
          <a:p>
            <a:r>
              <a:rPr lang="en-US" dirty="0"/>
              <a:t>SAS</a:t>
            </a:r>
            <a:endParaRPr lang="en-GB" dirty="0"/>
          </a:p>
        </p:txBody>
      </p:sp>
      <p:pic>
        <p:nvPicPr>
          <p:cNvPr id="13" name="Content Placeholder 12">
            <a:extLst>
              <a:ext uri="{FF2B5EF4-FFF2-40B4-BE49-F238E27FC236}">
                <a16:creationId xmlns:a16="http://schemas.microsoft.com/office/drawing/2014/main" id="{D121B8A2-5B98-BEC3-FDF0-445142E57A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10596" y="2400300"/>
            <a:ext cx="6865938" cy="6865938"/>
          </a:xfrm>
          <a:prstGeom prst="rect">
            <a:avLst/>
          </a:prstGeom>
        </p:spPr>
      </p:pic>
      <p:sp>
        <p:nvSpPr>
          <p:cNvPr id="5" name="Text Placeholder 4">
            <a:extLst>
              <a:ext uri="{FF2B5EF4-FFF2-40B4-BE49-F238E27FC236}">
                <a16:creationId xmlns:a16="http://schemas.microsoft.com/office/drawing/2014/main" id="{551FDEA3-716D-58E0-512D-97225A4BAD59}"/>
              </a:ext>
            </a:extLst>
          </p:cNvPr>
          <p:cNvSpPr>
            <a:spLocks noGrp="1"/>
          </p:cNvSpPr>
          <p:nvPr>
            <p:ph type="body" sz="quarter" idx="10"/>
          </p:nvPr>
        </p:nvSpPr>
        <p:spPr>
          <a:xfrm>
            <a:off x="1257300" y="1562100"/>
            <a:ext cx="15773400" cy="549382"/>
          </a:xfrm>
        </p:spPr>
        <p:txBody>
          <a:bodyPr anchor="t">
            <a:normAutofit/>
          </a:bodyPr>
          <a:lstStyle/>
          <a:p>
            <a:r>
              <a:rPr lang="en-US" dirty="0"/>
              <a:t>Some statistics</a:t>
            </a:r>
            <a:endParaRPr lang="en-GB" dirty="0"/>
          </a:p>
        </p:txBody>
      </p:sp>
      <p:graphicFrame>
        <p:nvGraphicFramePr>
          <p:cNvPr id="7" name="Content Placeholder 2">
            <a:extLst>
              <a:ext uri="{FF2B5EF4-FFF2-40B4-BE49-F238E27FC236}">
                <a16:creationId xmlns:a16="http://schemas.microsoft.com/office/drawing/2014/main" id="{212F4892-A915-7B76-F93F-4880BA9F031E}"/>
              </a:ext>
            </a:extLst>
          </p:cNvPr>
          <p:cNvGraphicFramePr>
            <a:graphicFrameLocks noGrp="1"/>
          </p:cNvGraphicFramePr>
          <p:nvPr>
            <p:ph idx="11"/>
            <p:extLst>
              <p:ext uri="{D42A27DB-BD31-4B8C-83A1-F6EECF244321}">
                <p14:modId xmlns:p14="http://schemas.microsoft.com/office/powerpoint/2010/main" val="4039988625"/>
              </p:ext>
            </p:extLst>
          </p:nvPr>
        </p:nvGraphicFramePr>
        <p:xfrm>
          <a:off x="1411466" y="2400300"/>
          <a:ext cx="7741848" cy="6865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284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EA7E-3246-A21E-5029-EEA5E4E0CE07}"/>
              </a:ext>
            </a:extLst>
          </p:cNvPr>
          <p:cNvSpPr>
            <a:spLocks noGrp="1"/>
          </p:cNvSpPr>
          <p:nvPr>
            <p:ph type="title"/>
          </p:nvPr>
        </p:nvSpPr>
        <p:spPr/>
        <p:txBody>
          <a:bodyPr/>
          <a:lstStyle/>
          <a:p>
            <a:r>
              <a:rPr lang="en-US" dirty="0"/>
              <a:t>SAS</a:t>
            </a:r>
            <a:endParaRPr lang="en-GB" dirty="0"/>
          </a:p>
        </p:txBody>
      </p:sp>
      <p:sp>
        <p:nvSpPr>
          <p:cNvPr id="4" name="Text Placeholder 3">
            <a:extLst>
              <a:ext uri="{FF2B5EF4-FFF2-40B4-BE49-F238E27FC236}">
                <a16:creationId xmlns:a16="http://schemas.microsoft.com/office/drawing/2014/main" id="{CC225483-02DC-F6C2-0C68-88A59A55C4AB}"/>
              </a:ext>
            </a:extLst>
          </p:cNvPr>
          <p:cNvSpPr>
            <a:spLocks noGrp="1"/>
          </p:cNvSpPr>
          <p:nvPr>
            <p:ph type="body" sz="quarter" idx="10"/>
          </p:nvPr>
        </p:nvSpPr>
        <p:spPr/>
        <p:txBody>
          <a:bodyPr/>
          <a:lstStyle/>
          <a:p>
            <a:r>
              <a:rPr lang="en-US" dirty="0"/>
              <a:t>Some info about SAS in Glasgow!</a:t>
            </a:r>
            <a:endParaRPr lang="en-GB" dirty="0"/>
          </a:p>
        </p:txBody>
      </p:sp>
      <p:sp>
        <p:nvSpPr>
          <p:cNvPr id="5" name="!!Title_1">
            <a:extLst>
              <a:ext uri="{FF2B5EF4-FFF2-40B4-BE49-F238E27FC236}">
                <a16:creationId xmlns:a16="http://schemas.microsoft.com/office/drawing/2014/main" id="{7DB4F020-2A27-CE80-6588-A7AA61EF871E}"/>
              </a:ext>
            </a:extLst>
          </p:cNvPr>
          <p:cNvSpPr txBox="1">
            <a:spLocks noGrp="1"/>
          </p:cNvSpPr>
          <p:nvPr>
            <p:ph idx="1"/>
          </p:nvPr>
        </p:nvSpPr>
        <p:spPr>
          <a:xfrm>
            <a:off x="1257300" y="2710758"/>
            <a:ext cx="15773400" cy="4124206"/>
          </a:xfrm>
          <a:prstGeom prst="rect">
            <a:avLst/>
          </a:prstGeom>
        </p:spPr>
        <p:txBody>
          <a:bodyPr vert="horz" wrap="square" lIns="182880" tIns="91440" rIns="182880" bIns="9144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spcAft>
                <a:spcPts val="1200"/>
              </a:spcAft>
              <a:buFont typeface="Arial" panose="020B0604020202020204" pitchFamily="34" charset="0"/>
              <a:buChar char="•"/>
            </a:pPr>
            <a:r>
              <a:rPr lang="en-US" sz="4000" dirty="0">
                <a:solidFill>
                  <a:schemeClr val="bg2"/>
                </a:solidFill>
              </a:rPr>
              <a:t>SAS acquired a Scottish company, Memex, in 2010</a:t>
            </a:r>
          </a:p>
          <a:p>
            <a:pPr marL="571500" indent="-571500">
              <a:spcAft>
                <a:spcPts val="1200"/>
              </a:spcAft>
              <a:buFont typeface="Arial" panose="020B0604020202020204" pitchFamily="34" charset="0"/>
              <a:buChar char="•"/>
            </a:pPr>
            <a:r>
              <a:rPr lang="en-US" sz="4000" dirty="0">
                <a:solidFill>
                  <a:schemeClr val="bg2"/>
                </a:solidFill>
              </a:rPr>
              <a:t>Glasgow office headcount has grown 40% in the last two years</a:t>
            </a:r>
          </a:p>
          <a:p>
            <a:pPr marL="571500" indent="-571500">
              <a:spcAft>
                <a:spcPts val="1200"/>
              </a:spcAft>
              <a:buFont typeface="Arial" panose="020B0604020202020204" pitchFamily="34" charset="0"/>
              <a:buChar char="•"/>
            </a:pPr>
            <a:r>
              <a:rPr lang="en-US" sz="4000" dirty="0">
                <a:solidFill>
                  <a:schemeClr val="bg2"/>
                </a:solidFill>
              </a:rPr>
              <a:t>We’re Located on Argyle Street, 5 minutes away from Glasgow Central </a:t>
            </a:r>
          </a:p>
          <a:p>
            <a:pPr marL="571500" indent="-571500">
              <a:spcAft>
                <a:spcPts val="1200"/>
              </a:spcAft>
              <a:buFont typeface="Arial" panose="020B0604020202020204" pitchFamily="34" charset="0"/>
              <a:buChar char="•"/>
            </a:pPr>
            <a:r>
              <a:rPr lang="en-US" sz="4000" dirty="0">
                <a:solidFill>
                  <a:schemeClr val="bg2"/>
                </a:solidFill>
              </a:rPr>
              <a:t>Hybrid working</a:t>
            </a:r>
          </a:p>
          <a:p>
            <a:pPr marL="571500" indent="-571500">
              <a:spcAft>
                <a:spcPts val="1200"/>
              </a:spcAft>
              <a:buFont typeface="Arial" panose="020B0604020202020204" pitchFamily="34" charset="0"/>
              <a:buChar char="•"/>
            </a:pPr>
            <a:r>
              <a:rPr lang="en-US" sz="4000" dirty="0">
                <a:solidFill>
                  <a:schemeClr val="bg2"/>
                </a:solidFill>
              </a:rPr>
              <a:t>Glasgow office is one of the three main SAS R&amp;D centers</a:t>
            </a:r>
          </a:p>
        </p:txBody>
      </p:sp>
    </p:spTree>
    <p:extLst>
      <p:ext uri="{BB962C8B-B14F-4D97-AF65-F5344CB8AC3E}">
        <p14:creationId xmlns:p14="http://schemas.microsoft.com/office/powerpoint/2010/main" val="34800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3CEBF6-F5D3-BC53-F5FD-4A16ECA9ACAD}"/>
              </a:ext>
            </a:extLst>
          </p:cNvPr>
          <p:cNvSpPr>
            <a:spLocks noGrp="1"/>
          </p:cNvSpPr>
          <p:nvPr>
            <p:ph type="title"/>
          </p:nvPr>
        </p:nvSpPr>
        <p:spPr>
          <a:xfrm>
            <a:off x="5706999" y="318045"/>
            <a:ext cx="12123722" cy="1292662"/>
          </a:xfrm>
        </p:spPr>
        <p:txBody>
          <a:bodyPr/>
          <a:lstStyle/>
          <a:p>
            <a:r>
              <a:rPr lang="en-US" dirty="0"/>
              <a:t>Some SAS Stories </a:t>
            </a:r>
          </a:p>
        </p:txBody>
      </p:sp>
      <p:pic>
        <p:nvPicPr>
          <p:cNvPr id="6" name="Picture 5">
            <a:extLst>
              <a:ext uri="{FF2B5EF4-FFF2-40B4-BE49-F238E27FC236}">
                <a16:creationId xmlns:a16="http://schemas.microsoft.com/office/drawing/2014/main" id="{D2CD12E7-248A-5075-1260-271E131D3841}"/>
              </a:ext>
            </a:extLst>
          </p:cNvPr>
          <p:cNvPicPr>
            <a:picLocks noChangeAspect="1"/>
          </p:cNvPicPr>
          <p:nvPr/>
        </p:nvPicPr>
        <p:blipFill>
          <a:blip r:embed="rId4"/>
          <a:stretch>
            <a:fillRect/>
          </a:stretch>
        </p:blipFill>
        <p:spPr>
          <a:xfrm>
            <a:off x="5632105" y="2032431"/>
            <a:ext cx="3378200" cy="3352800"/>
          </a:xfrm>
          <a:prstGeom prst="rect">
            <a:avLst/>
          </a:prstGeom>
        </p:spPr>
      </p:pic>
      <p:pic>
        <p:nvPicPr>
          <p:cNvPr id="7" name="Picture 6">
            <a:extLst>
              <a:ext uri="{FF2B5EF4-FFF2-40B4-BE49-F238E27FC236}">
                <a16:creationId xmlns:a16="http://schemas.microsoft.com/office/drawing/2014/main" id="{95B6C37F-84ED-BD71-A597-239F30A60A52}"/>
              </a:ext>
            </a:extLst>
          </p:cNvPr>
          <p:cNvPicPr>
            <a:picLocks noChangeAspect="1"/>
          </p:cNvPicPr>
          <p:nvPr/>
        </p:nvPicPr>
        <p:blipFill>
          <a:blip r:embed="rId5"/>
          <a:stretch>
            <a:fillRect/>
          </a:stretch>
        </p:blipFill>
        <p:spPr>
          <a:xfrm>
            <a:off x="10004129" y="1924481"/>
            <a:ext cx="3390900" cy="3708400"/>
          </a:xfrm>
          <a:prstGeom prst="rect">
            <a:avLst/>
          </a:prstGeom>
        </p:spPr>
      </p:pic>
      <p:pic>
        <p:nvPicPr>
          <p:cNvPr id="8" name="Picture 7">
            <a:extLst>
              <a:ext uri="{FF2B5EF4-FFF2-40B4-BE49-F238E27FC236}">
                <a16:creationId xmlns:a16="http://schemas.microsoft.com/office/drawing/2014/main" id="{FD0B7439-AA7D-94E5-E835-7A04CBEF8F86}"/>
              </a:ext>
            </a:extLst>
          </p:cNvPr>
          <p:cNvPicPr>
            <a:picLocks noChangeAspect="1"/>
          </p:cNvPicPr>
          <p:nvPr/>
        </p:nvPicPr>
        <p:blipFill>
          <a:blip r:embed="rId6"/>
          <a:stretch>
            <a:fillRect/>
          </a:stretch>
        </p:blipFill>
        <p:spPr>
          <a:xfrm>
            <a:off x="14232797" y="2032431"/>
            <a:ext cx="3352800" cy="3492500"/>
          </a:xfrm>
          <a:prstGeom prst="rect">
            <a:avLst/>
          </a:prstGeom>
        </p:spPr>
      </p:pic>
      <p:pic>
        <p:nvPicPr>
          <p:cNvPr id="9" name="Picture 8">
            <a:extLst>
              <a:ext uri="{FF2B5EF4-FFF2-40B4-BE49-F238E27FC236}">
                <a16:creationId xmlns:a16="http://schemas.microsoft.com/office/drawing/2014/main" id="{B9A15986-CE33-8C1D-02F5-52E80AD6777A}"/>
              </a:ext>
            </a:extLst>
          </p:cNvPr>
          <p:cNvPicPr>
            <a:picLocks noChangeAspect="1"/>
          </p:cNvPicPr>
          <p:nvPr/>
        </p:nvPicPr>
        <p:blipFill>
          <a:blip r:embed="rId7"/>
          <a:stretch>
            <a:fillRect/>
          </a:stretch>
        </p:blipFill>
        <p:spPr>
          <a:xfrm>
            <a:off x="1327319" y="5944031"/>
            <a:ext cx="3378200" cy="3467100"/>
          </a:xfrm>
          <a:prstGeom prst="rect">
            <a:avLst/>
          </a:prstGeom>
        </p:spPr>
      </p:pic>
      <p:pic>
        <p:nvPicPr>
          <p:cNvPr id="11" name="Picture 10">
            <a:extLst>
              <a:ext uri="{FF2B5EF4-FFF2-40B4-BE49-F238E27FC236}">
                <a16:creationId xmlns:a16="http://schemas.microsoft.com/office/drawing/2014/main" id="{535288C2-3FB0-114E-6653-33AE4819D8C1}"/>
              </a:ext>
            </a:extLst>
          </p:cNvPr>
          <p:cNvPicPr>
            <a:picLocks noChangeAspect="1"/>
          </p:cNvPicPr>
          <p:nvPr/>
        </p:nvPicPr>
        <p:blipFill>
          <a:blip r:embed="rId8"/>
          <a:stretch>
            <a:fillRect/>
          </a:stretch>
        </p:blipFill>
        <p:spPr>
          <a:xfrm>
            <a:off x="5706999" y="5699005"/>
            <a:ext cx="3327400" cy="3733800"/>
          </a:xfrm>
          <a:prstGeom prst="rect">
            <a:avLst/>
          </a:prstGeom>
        </p:spPr>
      </p:pic>
      <p:pic>
        <p:nvPicPr>
          <p:cNvPr id="12" name="Picture 11">
            <a:extLst>
              <a:ext uri="{FF2B5EF4-FFF2-40B4-BE49-F238E27FC236}">
                <a16:creationId xmlns:a16="http://schemas.microsoft.com/office/drawing/2014/main" id="{CDFBC339-A85D-BE73-07B8-D040006B794A}"/>
              </a:ext>
            </a:extLst>
          </p:cNvPr>
          <p:cNvPicPr>
            <a:picLocks noChangeAspect="1"/>
          </p:cNvPicPr>
          <p:nvPr/>
        </p:nvPicPr>
        <p:blipFill>
          <a:blip r:embed="rId9"/>
          <a:stretch>
            <a:fillRect/>
          </a:stretch>
        </p:blipFill>
        <p:spPr>
          <a:xfrm>
            <a:off x="10035879" y="5944031"/>
            <a:ext cx="3327400" cy="3467100"/>
          </a:xfrm>
          <a:prstGeom prst="rect">
            <a:avLst/>
          </a:prstGeom>
        </p:spPr>
      </p:pic>
      <p:pic>
        <p:nvPicPr>
          <p:cNvPr id="13" name="Picture 12">
            <a:extLst>
              <a:ext uri="{FF2B5EF4-FFF2-40B4-BE49-F238E27FC236}">
                <a16:creationId xmlns:a16="http://schemas.microsoft.com/office/drawing/2014/main" id="{03D82EAC-0F9E-F34D-C8C8-CB407067A3B1}"/>
              </a:ext>
            </a:extLst>
          </p:cNvPr>
          <p:cNvPicPr>
            <a:picLocks noChangeAspect="1"/>
          </p:cNvPicPr>
          <p:nvPr/>
        </p:nvPicPr>
        <p:blipFill>
          <a:blip r:embed="rId10"/>
          <a:stretch>
            <a:fillRect/>
          </a:stretch>
        </p:blipFill>
        <p:spPr>
          <a:xfrm>
            <a:off x="1327319" y="1829231"/>
            <a:ext cx="3416300" cy="3759200"/>
          </a:xfrm>
          <a:prstGeom prst="rect">
            <a:avLst/>
          </a:prstGeom>
        </p:spPr>
      </p:pic>
      <p:pic>
        <p:nvPicPr>
          <p:cNvPr id="14" name="Picture 13">
            <a:extLst>
              <a:ext uri="{FF2B5EF4-FFF2-40B4-BE49-F238E27FC236}">
                <a16:creationId xmlns:a16="http://schemas.microsoft.com/office/drawing/2014/main" id="{504E4D56-3F33-AAA2-9938-4F8367139457}"/>
              </a:ext>
            </a:extLst>
          </p:cNvPr>
          <p:cNvPicPr>
            <a:picLocks noChangeAspect="1"/>
          </p:cNvPicPr>
          <p:nvPr/>
        </p:nvPicPr>
        <p:blipFill>
          <a:blip r:embed="rId11"/>
          <a:stretch>
            <a:fillRect/>
          </a:stretch>
        </p:blipFill>
        <p:spPr>
          <a:xfrm>
            <a:off x="14232797" y="5686305"/>
            <a:ext cx="3365500" cy="3759200"/>
          </a:xfrm>
          <a:prstGeom prst="rect">
            <a:avLst/>
          </a:prstGeom>
        </p:spPr>
      </p:pic>
    </p:spTree>
    <p:custDataLst>
      <p:tags r:id="rId1"/>
    </p:custDataLst>
    <p:extLst>
      <p:ext uri="{BB962C8B-B14F-4D97-AF65-F5344CB8AC3E}">
        <p14:creationId xmlns:p14="http://schemas.microsoft.com/office/powerpoint/2010/main" val="3710086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15FDFA1-7198-2084-7628-6AA3CBFF27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44100" y="2227994"/>
            <a:ext cx="5825503" cy="5825503"/>
          </a:xfrm>
          <a:prstGeom prst="rect">
            <a:avLst/>
          </a:prstGeom>
        </p:spPr>
      </p:pic>
      <p:sp>
        <p:nvSpPr>
          <p:cNvPr id="17" name="TextBox 16">
            <a:extLst>
              <a:ext uri="{FF2B5EF4-FFF2-40B4-BE49-F238E27FC236}">
                <a16:creationId xmlns:a16="http://schemas.microsoft.com/office/drawing/2014/main" id="{4E302DCE-7E43-BB1D-F958-167578C83D36}"/>
              </a:ext>
            </a:extLst>
          </p:cNvPr>
          <p:cNvSpPr txBox="1"/>
          <p:nvPr/>
        </p:nvSpPr>
        <p:spPr>
          <a:xfrm>
            <a:off x="2264266" y="3738681"/>
            <a:ext cx="7124700" cy="3898824"/>
          </a:xfrm>
          <a:prstGeom prst="rect">
            <a:avLst/>
          </a:prstGeom>
          <a:noFill/>
        </p:spPr>
        <p:txBody>
          <a:bodyPr wrap="square" rtlCol="0">
            <a:spAutoFit/>
          </a:bodyPr>
          <a:lstStyle/>
          <a:p>
            <a:pPr>
              <a:lnSpc>
                <a:spcPct val="150000"/>
              </a:lnSpc>
            </a:pPr>
            <a:r>
              <a:rPr lang="en-US" sz="2800" dirty="0"/>
              <a:t>If you’re looking for a dynamic, fulfilling internship coupled with flexibility and world-class employee experience, you’ll find it here.</a:t>
            </a:r>
          </a:p>
          <a:p>
            <a:pPr>
              <a:lnSpc>
                <a:spcPct val="150000"/>
              </a:lnSpc>
            </a:pPr>
            <a:endParaRPr lang="en-US" sz="2800" dirty="0"/>
          </a:p>
          <a:p>
            <a:pPr>
              <a:lnSpc>
                <a:spcPct val="150000"/>
              </a:lnSpc>
            </a:pPr>
            <a:r>
              <a:rPr lang="en-US" sz="2800" dirty="0"/>
              <a:t> </a:t>
            </a:r>
          </a:p>
        </p:txBody>
      </p:sp>
      <p:sp>
        <p:nvSpPr>
          <p:cNvPr id="18" name="TextBox 17">
            <a:extLst>
              <a:ext uri="{FF2B5EF4-FFF2-40B4-BE49-F238E27FC236}">
                <a16:creationId xmlns:a16="http://schemas.microsoft.com/office/drawing/2014/main" id="{DE758FA0-2DDD-DEA4-6510-F1B5261FC36D}"/>
              </a:ext>
            </a:extLst>
          </p:cNvPr>
          <p:cNvSpPr txBox="1"/>
          <p:nvPr/>
        </p:nvSpPr>
        <p:spPr>
          <a:xfrm>
            <a:off x="2264266" y="2969240"/>
            <a:ext cx="8856240" cy="769441"/>
          </a:xfrm>
          <a:prstGeom prst="rect">
            <a:avLst/>
          </a:prstGeom>
          <a:noFill/>
        </p:spPr>
        <p:txBody>
          <a:bodyPr wrap="square" rtlCol="0" anchor="b">
            <a:spAutoFit/>
          </a:bodyPr>
          <a:lstStyle/>
          <a:p>
            <a:r>
              <a:rPr lang="en-US" sz="4400" dirty="0">
                <a:solidFill>
                  <a:schemeClr val="bg2"/>
                </a:solidFill>
                <a:latin typeface="+mj-lt"/>
              </a:rPr>
              <a:t>Internship Applications</a:t>
            </a:r>
            <a:endParaRPr lang="id-ID" sz="4400" b="1" dirty="0">
              <a:solidFill>
                <a:schemeClr val="bg2"/>
              </a:solidFill>
              <a:latin typeface="+mj-lt"/>
            </a:endParaRPr>
          </a:p>
        </p:txBody>
      </p:sp>
      <p:pic>
        <p:nvPicPr>
          <p:cNvPr id="19" name="Picture 18">
            <a:extLst>
              <a:ext uri="{FF2B5EF4-FFF2-40B4-BE49-F238E27FC236}">
                <a16:creationId xmlns:a16="http://schemas.microsoft.com/office/drawing/2014/main" id="{A9F736C7-9EE7-C3BE-2E63-AA3C81E7E59A}"/>
              </a:ext>
            </a:extLst>
          </p:cNvPr>
          <p:cNvPicPr>
            <a:picLocks noChangeAspect="1"/>
          </p:cNvPicPr>
          <p:nvPr/>
        </p:nvPicPr>
        <p:blipFill>
          <a:blip r:embed="rId5"/>
          <a:stretch>
            <a:fillRect/>
          </a:stretch>
        </p:blipFill>
        <p:spPr>
          <a:xfrm rot="20866859">
            <a:off x="3512116" y="489461"/>
            <a:ext cx="5999442" cy="10032402"/>
          </a:xfrm>
          <a:prstGeom prst="rect">
            <a:avLst/>
          </a:prstGeom>
        </p:spPr>
      </p:pic>
    </p:spTree>
    <p:custDataLst>
      <p:tags r:id="rId1"/>
    </p:custDataLst>
    <p:extLst>
      <p:ext uri="{BB962C8B-B14F-4D97-AF65-F5344CB8AC3E}">
        <p14:creationId xmlns:p14="http://schemas.microsoft.com/office/powerpoint/2010/main" val="3085572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39C8-44E6-BDA8-BB7C-8670006771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CF0335-04D0-D0C3-5CD9-62D31864B91C}"/>
              </a:ext>
            </a:extLst>
          </p:cNvPr>
          <p:cNvSpPr>
            <a:spLocks noGrp="1"/>
          </p:cNvSpPr>
          <p:nvPr>
            <p:ph type="title"/>
          </p:nvPr>
        </p:nvSpPr>
        <p:spPr/>
        <p:txBody>
          <a:bodyPr/>
          <a:lstStyle/>
          <a:p>
            <a:r>
              <a:rPr lang="en-US" dirty="0"/>
              <a:t>SAS Global Academic Program</a:t>
            </a:r>
          </a:p>
        </p:txBody>
      </p:sp>
      <p:pic>
        <p:nvPicPr>
          <p:cNvPr id="4" name="Picture 3">
            <a:extLst>
              <a:ext uri="{FF2B5EF4-FFF2-40B4-BE49-F238E27FC236}">
                <a16:creationId xmlns:a16="http://schemas.microsoft.com/office/drawing/2014/main" id="{8535206A-2C77-6698-B6C6-1D5B3AFBB2A3}"/>
              </a:ext>
            </a:extLst>
          </p:cNvPr>
          <p:cNvPicPr>
            <a:picLocks noChangeAspect="1"/>
          </p:cNvPicPr>
          <p:nvPr/>
        </p:nvPicPr>
        <p:blipFill>
          <a:blip r:embed="rId4"/>
          <a:srcRect b="45756"/>
          <a:stretch>
            <a:fillRect/>
          </a:stretch>
        </p:blipFill>
        <p:spPr>
          <a:xfrm>
            <a:off x="1126741" y="1929838"/>
            <a:ext cx="16034518" cy="5613963"/>
          </a:xfrm>
          <a:prstGeom prst="rect">
            <a:avLst/>
          </a:prstGeom>
        </p:spPr>
      </p:pic>
    </p:spTree>
    <p:custDataLst>
      <p:tags r:id="rId1"/>
    </p:custDataLst>
    <p:extLst>
      <p:ext uri="{BB962C8B-B14F-4D97-AF65-F5344CB8AC3E}">
        <p14:creationId xmlns:p14="http://schemas.microsoft.com/office/powerpoint/2010/main" val="60878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DA7E7DD-46E4-40F8-9DC6-8C0CF96FE296}"/>
              </a:ext>
            </a:extLst>
          </p:cNvPr>
          <p:cNvSpPr>
            <a:spLocks noGrp="1"/>
          </p:cNvSpPr>
          <p:nvPr>
            <p:ph type="title"/>
          </p:nvPr>
        </p:nvSpPr>
        <p:spPr/>
        <p:txBody>
          <a:bodyPr/>
          <a:lstStyle/>
          <a:p>
            <a:r>
              <a:rPr lang="en-US" dirty="0"/>
              <a:t>Our Hackathon Challenge…</a:t>
            </a:r>
          </a:p>
        </p:txBody>
      </p:sp>
    </p:spTree>
    <p:custDataLst>
      <p:tags r:id="rId1"/>
    </p:custDataLst>
    <p:extLst>
      <p:ext uri="{BB962C8B-B14F-4D97-AF65-F5344CB8AC3E}">
        <p14:creationId xmlns:p14="http://schemas.microsoft.com/office/powerpoint/2010/main" val="3817865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1EF1ADD-83CB-482A-115F-73BB1DE5DE2D}"/>
              </a:ext>
            </a:extLst>
          </p:cNvPr>
          <p:cNvSpPr>
            <a:spLocks noGrp="1"/>
          </p:cNvSpPr>
          <p:nvPr>
            <p:ph type="title"/>
          </p:nvPr>
        </p:nvSpPr>
        <p:spPr>
          <a:xfrm>
            <a:off x="1252432" y="710304"/>
            <a:ext cx="15773400" cy="775596"/>
          </a:xfrm>
        </p:spPr>
        <p:txBody>
          <a:bodyPr anchor="ctr">
            <a:normAutofit/>
          </a:bodyPr>
          <a:lstStyle/>
          <a:p>
            <a:r>
              <a:rPr lang="en-US" dirty="0"/>
              <a:t>Challenge</a:t>
            </a:r>
          </a:p>
        </p:txBody>
      </p:sp>
      <p:sp>
        <p:nvSpPr>
          <p:cNvPr id="15" name="Content Placeholder 2">
            <a:extLst>
              <a:ext uri="{FF2B5EF4-FFF2-40B4-BE49-F238E27FC236}">
                <a16:creationId xmlns:a16="http://schemas.microsoft.com/office/drawing/2014/main" id="{368F5BB4-4949-B05A-AAF8-7B8F079D1134}"/>
              </a:ext>
            </a:extLst>
          </p:cNvPr>
          <p:cNvSpPr>
            <a:spLocks noGrp="1"/>
          </p:cNvSpPr>
          <p:nvPr>
            <p:ph idx="1"/>
          </p:nvPr>
        </p:nvSpPr>
        <p:spPr>
          <a:xfrm>
            <a:off x="1257299" y="2400300"/>
            <a:ext cx="7741846" cy="6865145"/>
          </a:xfrm>
        </p:spPr>
        <p:txBody>
          <a:bodyPr>
            <a:normAutofit/>
          </a:bodyPr>
          <a:lstStyle/>
          <a:p>
            <a:endParaRPr lang="en-US" dirty="0"/>
          </a:p>
          <a:p>
            <a:r>
              <a:rPr lang="en-US" dirty="0"/>
              <a:t>Remember </a:t>
            </a:r>
            <a:r>
              <a:rPr lang="en-US" dirty="0" err="1"/>
              <a:t>remember</a:t>
            </a:r>
            <a:r>
              <a:rPr lang="en-US" dirty="0"/>
              <a:t>, the 5th of November, Gunpowder, treason, and a thousand fireworks in the Boyd Orr building!</a:t>
            </a:r>
          </a:p>
          <a:p>
            <a:endParaRPr lang="en-US" dirty="0"/>
          </a:p>
          <a:p>
            <a:r>
              <a:rPr lang="en-US" dirty="0"/>
              <a:t>Security at the University of Glasgow have received an anonymous tip which alerted them of a sinister plot to set off 1000 fireworks in the Boyd Orr Building.... this bonfire night!</a:t>
            </a:r>
          </a:p>
        </p:txBody>
      </p:sp>
      <p:pic>
        <p:nvPicPr>
          <p:cNvPr id="8" name="Content Placeholder 7" descr="hi uni of Glasgow!!📍🇬🇧">
            <a:extLst>
              <a:ext uri="{FF2B5EF4-FFF2-40B4-BE49-F238E27FC236}">
                <a16:creationId xmlns:a16="http://schemas.microsoft.com/office/drawing/2014/main" id="{4B5EC3CA-210F-8D17-79D0-CF29CA315CCE}"/>
              </a:ext>
            </a:extLst>
          </p:cNvPr>
          <p:cNvPicPr>
            <a:picLocks noGrp="1" noChangeAspect="1"/>
          </p:cNvPicPr>
          <p:nvPr>
            <p:ph idx="11"/>
          </p:nvPr>
        </p:nvPicPr>
        <p:blipFill>
          <a:blip r:embed="rId2"/>
          <a:stretch>
            <a:fillRect/>
          </a:stretch>
        </p:blipFill>
        <p:spPr>
          <a:xfrm>
            <a:off x="10585351" y="2400300"/>
            <a:ext cx="5148858" cy="6865145"/>
          </a:xfrm>
          <a:prstGeom prst="rect">
            <a:avLst/>
          </a:prstGeom>
          <a:noFill/>
        </p:spPr>
      </p:pic>
      <p:sp>
        <p:nvSpPr>
          <p:cNvPr id="17" name="Text Placeholder 4">
            <a:extLst>
              <a:ext uri="{FF2B5EF4-FFF2-40B4-BE49-F238E27FC236}">
                <a16:creationId xmlns:a16="http://schemas.microsoft.com/office/drawing/2014/main" id="{3588B75B-6E16-9972-8BC1-21361AD74BCD}"/>
              </a:ext>
            </a:extLst>
          </p:cNvPr>
          <p:cNvSpPr>
            <a:spLocks noGrp="1"/>
          </p:cNvSpPr>
          <p:nvPr>
            <p:ph type="body" sz="quarter" idx="10"/>
          </p:nvPr>
        </p:nvSpPr>
        <p:spPr>
          <a:xfrm>
            <a:off x="1257300" y="1562100"/>
            <a:ext cx="15773400" cy="549382"/>
          </a:xfrm>
        </p:spPr>
        <p:txBody>
          <a:bodyPr anchor="t">
            <a:normAutofit/>
          </a:bodyPr>
          <a:lstStyle/>
          <a:p>
            <a:r>
              <a:rPr lang="en-US" dirty="0" err="1"/>
              <a:t>Recognise</a:t>
            </a:r>
            <a:r>
              <a:rPr lang="en-US" dirty="0"/>
              <a:t> this building?</a:t>
            </a:r>
          </a:p>
        </p:txBody>
      </p:sp>
    </p:spTree>
    <p:extLst>
      <p:ext uri="{BB962C8B-B14F-4D97-AF65-F5344CB8AC3E}">
        <p14:creationId xmlns:p14="http://schemas.microsoft.com/office/powerpoint/2010/main" val="34133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4A6CB-3CD5-2377-C69B-5ED6CCB07CCE}"/>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B82BD251-E6D7-9FC6-D233-D90DE9F7FBA4}"/>
              </a:ext>
            </a:extLst>
          </p:cNvPr>
          <p:cNvSpPr>
            <a:spLocks noGrp="1"/>
          </p:cNvSpPr>
          <p:nvPr>
            <p:ph type="title"/>
          </p:nvPr>
        </p:nvSpPr>
        <p:spPr>
          <a:xfrm>
            <a:off x="1252432" y="710304"/>
            <a:ext cx="15773400" cy="775596"/>
          </a:xfrm>
        </p:spPr>
        <p:txBody>
          <a:bodyPr anchor="ctr">
            <a:normAutofit/>
          </a:bodyPr>
          <a:lstStyle/>
          <a:p>
            <a:r>
              <a:rPr lang="en-US" dirty="0"/>
              <a:t>Challenge</a:t>
            </a:r>
          </a:p>
        </p:txBody>
      </p:sp>
      <p:pic>
        <p:nvPicPr>
          <p:cNvPr id="9" name="Content Placeholder 8">
            <a:extLst>
              <a:ext uri="{FF2B5EF4-FFF2-40B4-BE49-F238E27FC236}">
                <a16:creationId xmlns:a16="http://schemas.microsoft.com/office/drawing/2014/main" id="{836FCA58-2CCB-883E-76F9-22131E6D27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7021" y="2400300"/>
            <a:ext cx="7342401" cy="6865145"/>
          </a:xfrm>
          <a:prstGeom prst="rect">
            <a:avLst/>
          </a:prstGeom>
          <a:noFill/>
        </p:spPr>
      </p:pic>
      <p:sp>
        <p:nvSpPr>
          <p:cNvPr id="15" name="Content Placeholder 2">
            <a:extLst>
              <a:ext uri="{FF2B5EF4-FFF2-40B4-BE49-F238E27FC236}">
                <a16:creationId xmlns:a16="http://schemas.microsoft.com/office/drawing/2014/main" id="{9EFD15D7-1AD4-6308-66F5-9260622F751E}"/>
              </a:ext>
            </a:extLst>
          </p:cNvPr>
          <p:cNvSpPr>
            <a:spLocks noGrp="1"/>
          </p:cNvSpPr>
          <p:nvPr>
            <p:ph idx="11"/>
          </p:nvPr>
        </p:nvSpPr>
        <p:spPr>
          <a:xfrm>
            <a:off x="9283984" y="2692501"/>
            <a:ext cx="7741848" cy="6865145"/>
          </a:xfrm>
        </p:spPr>
        <p:txBody>
          <a:bodyPr>
            <a:normAutofit/>
          </a:bodyPr>
          <a:lstStyle/>
          <a:p>
            <a:r>
              <a:rPr lang="en-US" dirty="0"/>
              <a:t>The security team were fast at work, and collected security log data of student activity from the day prior, desperate to </a:t>
            </a:r>
            <a:r>
              <a:rPr lang="en-US" dirty="0" err="1"/>
              <a:t>analyse</a:t>
            </a:r>
            <a:r>
              <a:rPr lang="en-US" dirty="0"/>
              <a:t> and spot anything that looked out of place! </a:t>
            </a:r>
          </a:p>
          <a:p>
            <a:r>
              <a:rPr lang="en-US" dirty="0"/>
              <a:t>The security officers also interviewed a sample of the students to hear exactly what they were doing the day before, to ensure no suspicious </a:t>
            </a:r>
            <a:r>
              <a:rPr lang="en-US" dirty="0" err="1"/>
              <a:t>behaviour</a:t>
            </a:r>
            <a:r>
              <a:rPr lang="en-US" dirty="0"/>
              <a:t> was going on!</a:t>
            </a:r>
          </a:p>
        </p:txBody>
      </p:sp>
      <p:sp>
        <p:nvSpPr>
          <p:cNvPr id="17" name="Text Placeholder 4">
            <a:extLst>
              <a:ext uri="{FF2B5EF4-FFF2-40B4-BE49-F238E27FC236}">
                <a16:creationId xmlns:a16="http://schemas.microsoft.com/office/drawing/2014/main" id="{586AF513-8404-3BE5-3486-0E4FE64FE92A}"/>
              </a:ext>
            </a:extLst>
          </p:cNvPr>
          <p:cNvSpPr>
            <a:spLocks noGrp="1"/>
          </p:cNvSpPr>
          <p:nvPr>
            <p:ph type="body" sz="quarter" idx="10"/>
          </p:nvPr>
        </p:nvSpPr>
        <p:spPr>
          <a:xfrm>
            <a:off x="1257300" y="1562100"/>
            <a:ext cx="15773400" cy="549382"/>
          </a:xfrm>
        </p:spPr>
        <p:txBody>
          <a:bodyPr anchor="t">
            <a:normAutofit/>
          </a:bodyPr>
          <a:lstStyle/>
          <a:p>
            <a:r>
              <a:rPr lang="en-US" dirty="0"/>
              <a:t>Security are on the case</a:t>
            </a:r>
          </a:p>
        </p:txBody>
      </p:sp>
    </p:spTree>
    <p:extLst>
      <p:ext uri="{BB962C8B-B14F-4D97-AF65-F5344CB8AC3E}">
        <p14:creationId xmlns:p14="http://schemas.microsoft.com/office/powerpoint/2010/main" val="292937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3A517-7BE2-38D3-8FC2-AD5091BEB3D9}"/>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4B08CC3C-F709-A807-AAFE-8FE750CF26D0}"/>
              </a:ext>
            </a:extLst>
          </p:cNvPr>
          <p:cNvSpPr>
            <a:spLocks noGrp="1"/>
          </p:cNvSpPr>
          <p:nvPr>
            <p:ph type="title"/>
          </p:nvPr>
        </p:nvSpPr>
        <p:spPr>
          <a:xfrm>
            <a:off x="1252432" y="710304"/>
            <a:ext cx="15773400" cy="775596"/>
          </a:xfrm>
        </p:spPr>
        <p:txBody>
          <a:bodyPr anchor="ctr">
            <a:normAutofit/>
          </a:bodyPr>
          <a:lstStyle/>
          <a:p>
            <a:r>
              <a:rPr lang="en-US" dirty="0"/>
              <a:t>Challenge</a:t>
            </a:r>
          </a:p>
        </p:txBody>
      </p:sp>
      <p:sp>
        <p:nvSpPr>
          <p:cNvPr id="15" name="Content Placeholder 2">
            <a:extLst>
              <a:ext uri="{FF2B5EF4-FFF2-40B4-BE49-F238E27FC236}">
                <a16:creationId xmlns:a16="http://schemas.microsoft.com/office/drawing/2014/main" id="{79E10B7B-B8DC-F117-4CDC-761F0BA42E25}"/>
              </a:ext>
            </a:extLst>
          </p:cNvPr>
          <p:cNvSpPr>
            <a:spLocks noGrp="1"/>
          </p:cNvSpPr>
          <p:nvPr>
            <p:ph idx="1"/>
          </p:nvPr>
        </p:nvSpPr>
        <p:spPr>
          <a:xfrm>
            <a:off x="1252432" y="2692501"/>
            <a:ext cx="7741846" cy="6865145"/>
          </a:xfrm>
        </p:spPr>
        <p:txBody>
          <a:bodyPr>
            <a:normAutofit/>
          </a:bodyPr>
          <a:lstStyle/>
          <a:p>
            <a:r>
              <a:rPr lang="en-US" dirty="0"/>
              <a:t>Trying to correlate their logs and statements together is the point at which campus security’s investigation began to falter. The data is hard to work with given its multiple sources and unintuitive formats.</a:t>
            </a:r>
          </a:p>
          <a:p>
            <a:r>
              <a:rPr lang="en-US" b="1" dirty="0"/>
              <a:t>The campus security team needs a way to </a:t>
            </a:r>
            <a:r>
              <a:rPr lang="en-US" b="1" dirty="0" err="1"/>
              <a:t>visualise</a:t>
            </a:r>
            <a:r>
              <a:rPr lang="en-US" b="1" dirty="0"/>
              <a:t> their data clearly, ideally in ways that could help highlight inconsistencies.</a:t>
            </a:r>
          </a:p>
        </p:txBody>
      </p:sp>
      <p:sp>
        <p:nvSpPr>
          <p:cNvPr id="17" name="Text Placeholder 4">
            <a:extLst>
              <a:ext uri="{FF2B5EF4-FFF2-40B4-BE49-F238E27FC236}">
                <a16:creationId xmlns:a16="http://schemas.microsoft.com/office/drawing/2014/main" id="{5EF1B973-725B-A4AE-6272-464B460FA8AF}"/>
              </a:ext>
            </a:extLst>
          </p:cNvPr>
          <p:cNvSpPr>
            <a:spLocks noGrp="1"/>
          </p:cNvSpPr>
          <p:nvPr>
            <p:ph type="body" sz="quarter" idx="10"/>
          </p:nvPr>
        </p:nvSpPr>
        <p:spPr>
          <a:xfrm>
            <a:off x="1257300" y="1562100"/>
            <a:ext cx="15773400" cy="549382"/>
          </a:xfrm>
        </p:spPr>
        <p:txBody>
          <a:bodyPr anchor="t">
            <a:normAutofit/>
          </a:bodyPr>
          <a:lstStyle/>
          <a:p>
            <a:r>
              <a:rPr lang="en-US" dirty="0"/>
              <a:t>Security encounter a problem…</a:t>
            </a:r>
          </a:p>
        </p:txBody>
      </p:sp>
      <p:pic>
        <p:nvPicPr>
          <p:cNvPr id="5" name="Content Placeholder 4">
            <a:extLst>
              <a:ext uri="{FF2B5EF4-FFF2-40B4-BE49-F238E27FC236}">
                <a16:creationId xmlns:a16="http://schemas.microsoft.com/office/drawing/2014/main" id="{97B95E7F-07D3-326A-4275-8DE6EE06A863}"/>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9284382" y="2294731"/>
            <a:ext cx="7741450" cy="5697538"/>
          </a:xfrm>
          <a:prstGeom prst="rect">
            <a:avLst/>
          </a:prstGeom>
        </p:spPr>
      </p:pic>
    </p:spTree>
    <p:extLst>
      <p:ext uri="{BB962C8B-B14F-4D97-AF65-F5344CB8AC3E}">
        <p14:creationId xmlns:p14="http://schemas.microsoft.com/office/powerpoint/2010/main" val="217166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BA8C-0C0A-6FC3-F5CA-20FECE77033F}"/>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1779E006-F40B-201E-3425-538F2C462E38}"/>
              </a:ext>
            </a:extLst>
          </p:cNvPr>
          <p:cNvSpPr>
            <a:spLocks noGrp="1"/>
          </p:cNvSpPr>
          <p:nvPr>
            <p:ph type="title"/>
          </p:nvPr>
        </p:nvSpPr>
        <p:spPr>
          <a:xfrm>
            <a:off x="1252432" y="710304"/>
            <a:ext cx="15773400" cy="775596"/>
          </a:xfrm>
        </p:spPr>
        <p:txBody>
          <a:bodyPr anchor="ctr">
            <a:normAutofit/>
          </a:bodyPr>
          <a:lstStyle/>
          <a:p>
            <a:r>
              <a:rPr lang="en-US" dirty="0"/>
              <a:t>Challenge</a:t>
            </a:r>
          </a:p>
        </p:txBody>
      </p:sp>
      <p:sp>
        <p:nvSpPr>
          <p:cNvPr id="15" name="Content Placeholder 2">
            <a:extLst>
              <a:ext uri="{FF2B5EF4-FFF2-40B4-BE49-F238E27FC236}">
                <a16:creationId xmlns:a16="http://schemas.microsoft.com/office/drawing/2014/main" id="{EA3066D0-7B34-08AE-92BD-2C8C7CCC402E}"/>
              </a:ext>
            </a:extLst>
          </p:cNvPr>
          <p:cNvSpPr>
            <a:spLocks noGrp="1"/>
          </p:cNvSpPr>
          <p:nvPr>
            <p:ph idx="1"/>
          </p:nvPr>
        </p:nvSpPr>
        <p:spPr>
          <a:xfrm>
            <a:off x="1252432" y="2692501"/>
            <a:ext cx="7741846" cy="6865145"/>
          </a:xfrm>
        </p:spPr>
        <p:txBody>
          <a:bodyPr>
            <a:normAutofit/>
          </a:bodyPr>
          <a:lstStyle/>
          <a:p>
            <a:pPr marL="0" indent="0">
              <a:buNone/>
            </a:pPr>
            <a:r>
              <a:rPr lang="en-US" dirty="0"/>
              <a:t>Create a piece of software that can help campus security catch the conspirators!</a:t>
            </a:r>
            <a:endParaRPr lang="en-US" sz="1200" dirty="0"/>
          </a:p>
          <a:p>
            <a:pPr marL="0" indent="0">
              <a:buNone/>
            </a:pPr>
            <a:r>
              <a:rPr lang="en-US" dirty="0"/>
              <a:t>Key Points:</a:t>
            </a:r>
          </a:p>
          <a:p>
            <a:r>
              <a:rPr lang="en-US" dirty="0" err="1"/>
              <a:t>Visualise</a:t>
            </a:r>
            <a:r>
              <a:rPr lang="en-US" dirty="0"/>
              <a:t> the campus security data in the most creative ways possible</a:t>
            </a:r>
          </a:p>
          <a:p>
            <a:r>
              <a:rPr lang="en-US" dirty="0"/>
              <a:t>Use these </a:t>
            </a:r>
            <a:r>
              <a:rPr lang="en-US" dirty="0" err="1"/>
              <a:t>visualisations</a:t>
            </a:r>
            <a:r>
              <a:rPr lang="en-US" dirty="0"/>
              <a:t> to conclude who the conspirators are, and who the kingpin of the operation might be!</a:t>
            </a:r>
          </a:p>
        </p:txBody>
      </p:sp>
      <p:sp>
        <p:nvSpPr>
          <p:cNvPr id="17" name="Text Placeholder 4">
            <a:extLst>
              <a:ext uri="{FF2B5EF4-FFF2-40B4-BE49-F238E27FC236}">
                <a16:creationId xmlns:a16="http://schemas.microsoft.com/office/drawing/2014/main" id="{070FB8C8-4C02-7C88-97ED-3502CD26ADA4}"/>
              </a:ext>
            </a:extLst>
          </p:cNvPr>
          <p:cNvSpPr>
            <a:spLocks noGrp="1"/>
          </p:cNvSpPr>
          <p:nvPr>
            <p:ph type="body" sz="quarter" idx="10"/>
          </p:nvPr>
        </p:nvSpPr>
        <p:spPr>
          <a:xfrm>
            <a:off x="1257300" y="1562100"/>
            <a:ext cx="15773400" cy="549382"/>
          </a:xfrm>
        </p:spPr>
        <p:txBody>
          <a:bodyPr anchor="t">
            <a:normAutofit/>
          </a:bodyPr>
          <a:lstStyle/>
          <a:p>
            <a:r>
              <a:rPr lang="en-US" dirty="0"/>
              <a:t>The challenge to you</a:t>
            </a:r>
          </a:p>
        </p:txBody>
      </p:sp>
      <p:pic>
        <p:nvPicPr>
          <p:cNvPr id="4" name="Content Placeholder 3" descr="investigation board meme">
            <a:extLst>
              <a:ext uri="{FF2B5EF4-FFF2-40B4-BE49-F238E27FC236}">
                <a16:creationId xmlns:a16="http://schemas.microsoft.com/office/drawing/2014/main" id="{50674205-1A5C-3360-5CD8-F0223C93D7E0}"/>
              </a:ext>
            </a:extLst>
          </p:cNvPr>
          <p:cNvPicPr>
            <a:picLocks noGrp="1" noChangeAspect="1"/>
          </p:cNvPicPr>
          <p:nvPr>
            <p:ph idx="11"/>
          </p:nvPr>
        </p:nvPicPr>
        <p:blipFill>
          <a:blip r:embed="rId2"/>
          <a:stretch>
            <a:fillRect/>
          </a:stretch>
        </p:blipFill>
        <p:spPr>
          <a:xfrm>
            <a:off x="9293724" y="2692501"/>
            <a:ext cx="7742237" cy="5806677"/>
          </a:xfrm>
          <a:prstGeom prst="rect">
            <a:avLst/>
          </a:prstGeom>
        </p:spPr>
      </p:pic>
    </p:spTree>
    <p:extLst>
      <p:ext uri="{BB962C8B-B14F-4D97-AF65-F5344CB8AC3E}">
        <p14:creationId xmlns:p14="http://schemas.microsoft.com/office/powerpoint/2010/main" val="365353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48513-5822-60BA-E599-A73E35481985}"/>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76EFA964-071E-37BA-0065-3138C883E4B1}"/>
              </a:ext>
            </a:extLst>
          </p:cNvPr>
          <p:cNvSpPr>
            <a:spLocks noGrp="1"/>
          </p:cNvSpPr>
          <p:nvPr>
            <p:ph type="title"/>
          </p:nvPr>
        </p:nvSpPr>
        <p:spPr>
          <a:xfrm>
            <a:off x="1252432" y="710304"/>
            <a:ext cx="15773400" cy="775596"/>
          </a:xfrm>
        </p:spPr>
        <p:txBody>
          <a:bodyPr anchor="ctr">
            <a:normAutofit/>
          </a:bodyPr>
          <a:lstStyle/>
          <a:p>
            <a:r>
              <a:rPr lang="en-US" dirty="0"/>
              <a:t>Challenge</a:t>
            </a:r>
          </a:p>
        </p:txBody>
      </p:sp>
      <p:sp>
        <p:nvSpPr>
          <p:cNvPr id="15" name="Content Placeholder 2">
            <a:extLst>
              <a:ext uri="{FF2B5EF4-FFF2-40B4-BE49-F238E27FC236}">
                <a16:creationId xmlns:a16="http://schemas.microsoft.com/office/drawing/2014/main" id="{E59C7E39-3E9A-F812-FC30-46F5DE2C46B8}"/>
              </a:ext>
            </a:extLst>
          </p:cNvPr>
          <p:cNvSpPr>
            <a:spLocks noGrp="1"/>
          </p:cNvSpPr>
          <p:nvPr>
            <p:ph idx="1"/>
          </p:nvPr>
        </p:nvSpPr>
        <p:spPr>
          <a:xfrm>
            <a:off x="1252432" y="2692501"/>
            <a:ext cx="7741846" cy="6865145"/>
          </a:xfrm>
        </p:spPr>
        <p:txBody>
          <a:bodyPr>
            <a:normAutofit fontScale="92500"/>
          </a:bodyPr>
          <a:lstStyle/>
          <a:p>
            <a:r>
              <a:rPr lang="en-US" dirty="0"/>
              <a:t>Interactively show movement activity</a:t>
            </a:r>
          </a:p>
          <a:p>
            <a:r>
              <a:rPr lang="en-US" dirty="0"/>
              <a:t>Filter or showcase data using timelines</a:t>
            </a:r>
          </a:p>
          <a:p>
            <a:r>
              <a:rPr lang="en-US" dirty="0"/>
              <a:t>Graphs that show threats</a:t>
            </a:r>
          </a:p>
          <a:p>
            <a:r>
              <a:rPr lang="en-US" dirty="0"/>
              <a:t>Dashboard for a high-level overview</a:t>
            </a:r>
          </a:p>
          <a:p>
            <a:r>
              <a:rPr lang="en-US" dirty="0"/>
              <a:t>Entity Information (students, buildings)</a:t>
            </a:r>
          </a:p>
          <a:p>
            <a:r>
              <a:rPr lang="en-US" dirty="0"/>
              <a:t>Testimony annotation?</a:t>
            </a:r>
          </a:p>
          <a:p>
            <a:r>
              <a:rPr lang="en-US" dirty="0"/>
              <a:t>Reusability for future cases</a:t>
            </a:r>
          </a:p>
          <a:p>
            <a:r>
              <a:rPr lang="en-US" dirty="0"/>
              <a:t>Other tools useful for a security guard…</a:t>
            </a:r>
          </a:p>
          <a:p>
            <a:r>
              <a:rPr lang="en-US" b="1" dirty="0"/>
              <a:t>Solutions should have character!</a:t>
            </a:r>
            <a:endParaRPr lang="en-US" dirty="0"/>
          </a:p>
          <a:p>
            <a:endParaRPr lang="en-US" dirty="0"/>
          </a:p>
          <a:p>
            <a:pPr marL="0" indent="0">
              <a:buNone/>
            </a:pPr>
            <a:endParaRPr lang="en-US" dirty="0"/>
          </a:p>
        </p:txBody>
      </p:sp>
      <p:sp>
        <p:nvSpPr>
          <p:cNvPr id="17" name="Text Placeholder 4">
            <a:extLst>
              <a:ext uri="{FF2B5EF4-FFF2-40B4-BE49-F238E27FC236}">
                <a16:creationId xmlns:a16="http://schemas.microsoft.com/office/drawing/2014/main" id="{808BD8FE-0C7E-D9B4-8F38-683FA324401D}"/>
              </a:ext>
            </a:extLst>
          </p:cNvPr>
          <p:cNvSpPr>
            <a:spLocks noGrp="1"/>
          </p:cNvSpPr>
          <p:nvPr>
            <p:ph type="body" sz="quarter" idx="10"/>
          </p:nvPr>
        </p:nvSpPr>
        <p:spPr>
          <a:xfrm>
            <a:off x="1257300" y="1562100"/>
            <a:ext cx="15773400" cy="549382"/>
          </a:xfrm>
        </p:spPr>
        <p:txBody>
          <a:bodyPr anchor="t">
            <a:normAutofit/>
          </a:bodyPr>
          <a:lstStyle/>
          <a:p>
            <a:r>
              <a:rPr lang="en-US" dirty="0"/>
              <a:t>Creativity is key!</a:t>
            </a:r>
          </a:p>
        </p:txBody>
      </p:sp>
      <p:pic>
        <p:nvPicPr>
          <p:cNvPr id="5" name="Content Placeholder 4" descr="Thinking Images - Free Download on Magnific (formerly Freepik)">
            <a:extLst>
              <a:ext uri="{FF2B5EF4-FFF2-40B4-BE49-F238E27FC236}">
                <a16:creationId xmlns:a16="http://schemas.microsoft.com/office/drawing/2014/main" id="{9AFA1BA7-8379-BC6F-A580-EFE3F2C6B49A}"/>
              </a:ext>
            </a:extLst>
          </p:cNvPr>
          <p:cNvPicPr>
            <a:picLocks noGrp="1" noChangeAspect="1"/>
          </p:cNvPicPr>
          <p:nvPr>
            <p:ph idx="11"/>
          </p:nvPr>
        </p:nvPicPr>
        <p:blipFill>
          <a:blip r:embed="rId2"/>
          <a:stretch>
            <a:fillRect/>
          </a:stretch>
        </p:blipFill>
        <p:spPr>
          <a:xfrm flipH="1">
            <a:off x="9754447" y="2400300"/>
            <a:ext cx="6810268" cy="6865938"/>
          </a:xfrm>
          <a:prstGeom prst="rect">
            <a:avLst/>
          </a:prstGeom>
        </p:spPr>
      </p:pic>
    </p:spTree>
    <p:extLst>
      <p:ext uri="{BB962C8B-B14F-4D97-AF65-F5344CB8AC3E}">
        <p14:creationId xmlns:p14="http://schemas.microsoft.com/office/powerpoint/2010/main" val="1395804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518CA-21CA-C8C3-0460-4E0BABF43A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8116E4-E1FE-3A9C-9974-E25122589621}"/>
              </a:ext>
            </a:extLst>
          </p:cNvPr>
          <p:cNvSpPr>
            <a:spLocks noGrp="1"/>
          </p:cNvSpPr>
          <p:nvPr>
            <p:ph type="title"/>
          </p:nvPr>
        </p:nvSpPr>
        <p:spPr>
          <a:xfrm>
            <a:off x="1252432" y="4497169"/>
            <a:ext cx="13063133" cy="1292662"/>
          </a:xfrm>
        </p:spPr>
        <p:txBody>
          <a:bodyPr/>
          <a:lstStyle/>
          <a:p>
            <a:r>
              <a:rPr lang="en-US" dirty="0"/>
              <a:t>Our side Challenge...</a:t>
            </a:r>
          </a:p>
        </p:txBody>
      </p:sp>
    </p:spTree>
    <p:custDataLst>
      <p:tags r:id="rId1"/>
    </p:custDataLst>
    <p:extLst>
      <p:ext uri="{BB962C8B-B14F-4D97-AF65-F5344CB8AC3E}">
        <p14:creationId xmlns:p14="http://schemas.microsoft.com/office/powerpoint/2010/main" val="66820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9CB5-BDB4-DD88-0921-29F95FF3F960}"/>
              </a:ext>
            </a:extLst>
          </p:cNvPr>
          <p:cNvSpPr>
            <a:spLocks noGrp="1"/>
          </p:cNvSpPr>
          <p:nvPr>
            <p:ph type="title"/>
          </p:nvPr>
        </p:nvSpPr>
        <p:spPr/>
        <p:txBody>
          <a:bodyPr/>
          <a:lstStyle/>
          <a:p>
            <a:r>
              <a:rPr lang="en-US" dirty="0" err="1"/>
              <a:t>Algorave</a:t>
            </a:r>
            <a:endParaRPr lang="en-GB" dirty="0"/>
          </a:p>
        </p:txBody>
      </p:sp>
      <p:sp>
        <p:nvSpPr>
          <p:cNvPr id="3" name="Content Placeholder 2">
            <a:extLst>
              <a:ext uri="{FF2B5EF4-FFF2-40B4-BE49-F238E27FC236}">
                <a16:creationId xmlns:a16="http://schemas.microsoft.com/office/drawing/2014/main" id="{CF16B9AC-53C9-5390-FE96-2DC2F3DC990A}"/>
              </a:ext>
            </a:extLst>
          </p:cNvPr>
          <p:cNvSpPr>
            <a:spLocks noGrp="1"/>
          </p:cNvSpPr>
          <p:nvPr>
            <p:ph idx="1"/>
          </p:nvPr>
        </p:nvSpPr>
        <p:spPr/>
        <p:txBody>
          <a:bodyPr/>
          <a:lstStyle/>
          <a:p>
            <a:r>
              <a:rPr lang="en-US" dirty="0"/>
              <a:t>Code your own song in </a:t>
            </a:r>
            <a:r>
              <a:rPr lang="en-US" dirty="0" err="1"/>
              <a:t>Studel</a:t>
            </a:r>
            <a:r>
              <a:rPr lang="en-US" dirty="0"/>
              <a:t>, using the online IDE</a:t>
            </a:r>
          </a:p>
          <a:p>
            <a:r>
              <a:rPr lang="en-US" dirty="0"/>
              <a:t>Share your song with us, we’re excited to see what you can create!</a:t>
            </a:r>
          </a:p>
          <a:p>
            <a:endParaRPr lang="en-US" dirty="0"/>
          </a:p>
        </p:txBody>
      </p:sp>
      <p:pic>
        <p:nvPicPr>
          <p:cNvPr id="11" name="Content Placeholder 10">
            <a:extLst>
              <a:ext uri="{FF2B5EF4-FFF2-40B4-BE49-F238E27FC236}">
                <a16:creationId xmlns:a16="http://schemas.microsoft.com/office/drawing/2014/main" id="{7A88FF80-79FC-574E-85B2-7AFBFC3CC412}"/>
              </a:ext>
            </a:extLst>
          </p:cNvPr>
          <p:cNvPicPr>
            <a:picLocks noGrp="1" noChangeAspect="1"/>
          </p:cNvPicPr>
          <p:nvPr>
            <p:ph idx="11"/>
          </p:nvPr>
        </p:nvPicPr>
        <p:blipFill>
          <a:blip r:embed="rId2"/>
          <a:stretch>
            <a:fillRect/>
          </a:stretch>
        </p:blipFill>
        <p:spPr>
          <a:xfrm>
            <a:off x="9765080" y="2400300"/>
            <a:ext cx="7014962" cy="6867278"/>
          </a:xfrm>
          <a:prstGeom prst="rect">
            <a:avLst/>
          </a:prstGeom>
        </p:spPr>
      </p:pic>
      <p:sp>
        <p:nvSpPr>
          <p:cNvPr id="5" name="Text Placeholder 4">
            <a:extLst>
              <a:ext uri="{FF2B5EF4-FFF2-40B4-BE49-F238E27FC236}">
                <a16:creationId xmlns:a16="http://schemas.microsoft.com/office/drawing/2014/main" id="{E62C64C7-D1EF-4CEF-7DB0-034E8317B697}"/>
              </a:ext>
            </a:extLst>
          </p:cNvPr>
          <p:cNvSpPr>
            <a:spLocks noGrp="1"/>
          </p:cNvSpPr>
          <p:nvPr>
            <p:ph type="body" sz="quarter" idx="10"/>
          </p:nvPr>
        </p:nvSpPr>
        <p:spPr/>
        <p:txBody>
          <a:bodyPr/>
          <a:lstStyle/>
          <a:p>
            <a:r>
              <a:rPr lang="en-US" dirty="0"/>
              <a:t>Code a song using code </a:t>
            </a:r>
            <a:r>
              <a:rPr lang="en-GB" dirty="0"/>
              <a:t>♫⋆｡♪ ₊˚♬ﾟ.</a:t>
            </a:r>
          </a:p>
        </p:txBody>
      </p:sp>
    </p:spTree>
    <p:extLst>
      <p:ext uri="{BB962C8B-B14F-4D97-AF65-F5344CB8AC3E}">
        <p14:creationId xmlns:p14="http://schemas.microsoft.com/office/powerpoint/2010/main" val="2596840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B4A9E2F-0168-6A29-484C-78F7BA0E6D3B}"/>
              </a:ext>
            </a:extLst>
          </p:cNvPr>
          <p:cNvSpPr/>
          <p:nvPr/>
        </p:nvSpPr>
        <p:spPr>
          <a:xfrm>
            <a:off x="0" y="9695543"/>
            <a:ext cx="3277892" cy="5914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2AA39DE-32E3-4E0B-BC08-62CB87D99F4B}"/>
              </a:ext>
            </a:extLst>
          </p:cNvPr>
          <p:cNvSpPr/>
          <p:nvPr/>
        </p:nvSpPr>
        <p:spPr>
          <a:xfrm flipH="1">
            <a:off x="3277892" y="0"/>
            <a:ext cx="6478036" cy="10287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700"/>
          </a:p>
        </p:txBody>
      </p:sp>
      <p:sp>
        <p:nvSpPr>
          <p:cNvPr id="4" name="TextBox 3">
            <a:extLst>
              <a:ext uri="{FF2B5EF4-FFF2-40B4-BE49-F238E27FC236}">
                <a16:creationId xmlns:a16="http://schemas.microsoft.com/office/drawing/2014/main" id="{C44F6F99-D0BA-408C-92BA-076AA74CAE1B}"/>
              </a:ext>
            </a:extLst>
          </p:cNvPr>
          <p:cNvSpPr txBox="1"/>
          <p:nvPr/>
        </p:nvSpPr>
        <p:spPr>
          <a:xfrm>
            <a:off x="10763573" y="3141469"/>
            <a:ext cx="7191467" cy="1313501"/>
          </a:xfrm>
          <a:prstGeom prst="rect">
            <a:avLst/>
          </a:prstGeom>
          <a:noFill/>
        </p:spPr>
        <p:txBody>
          <a:bodyPr wrap="square" rtlCol="0">
            <a:spAutoFit/>
          </a:bodyPr>
          <a:lstStyle/>
          <a:p>
            <a:pPr>
              <a:lnSpc>
                <a:spcPct val="150000"/>
              </a:lnSpc>
            </a:pPr>
            <a:r>
              <a:rPr lang="en-US" sz="2800" dirty="0"/>
              <a:t>QR code will also be at our table… come see us with any questions! </a:t>
            </a:r>
          </a:p>
        </p:txBody>
      </p:sp>
      <p:pic>
        <p:nvPicPr>
          <p:cNvPr id="2" name="Shape 1701">
            <a:extLst>
              <a:ext uri="{FF2B5EF4-FFF2-40B4-BE49-F238E27FC236}">
                <a16:creationId xmlns:a16="http://schemas.microsoft.com/office/drawing/2014/main" id="{FB58FB4D-F042-4BB9-B7BE-6CDD74234ACC}"/>
              </a:ext>
            </a:extLst>
          </p:cNvPr>
          <p:cNvPicPr preferRelativeResize="0"/>
          <p:nvPr/>
        </p:nvPicPr>
        <p:blipFill rotWithShape="1">
          <a:blip r:embed="rId4">
            <a:alphaModFix/>
          </a:blip>
          <a:srcRect/>
          <a:stretch/>
        </p:blipFill>
        <p:spPr>
          <a:xfrm>
            <a:off x="-1535379" y="883135"/>
            <a:ext cx="9750118" cy="10663074"/>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3" name="TextBox 2">
            <a:extLst>
              <a:ext uri="{FF2B5EF4-FFF2-40B4-BE49-F238E27FC236}">
                <a16:creationId xmlns:a16="http://schemas.microsoft.com/office/drawing/2014/main" id="{E252E8EC-CECF-4707-B62B-68A29175B763}"/>
              </a:ext>
            </a:extLst>
          </p:cNvPr>
          <p:cNvSpPr txBox="1"/>
          <p:nvPr/>
        </p:nvSpPr>
        <p:spPr>
          <a:xfrm>
            <a:off x="10763573" y="1202477"/>
            <a:ext cx="6183823" cy="1938992"/>
          </a:xfrm>
          <a:prstGeom prst="rect">
            <a:avLst/>
          </a:prstGeom>
          <a:noFill/>
        </p:spPr>
        <p:txBody>
          <a:bodyPr wrap="square" rtlCol="0" anchor="b">
            <a:spAutoFit/>
          </a:bodyPr>
          <a:lstStyle/>
          <a:p>
            <a:r>
              <a:rPr lang="en-US" sz="6000" dirty="0">
                <a:solidFill>
                  <a:schemeClr val="bg2"/>
                </a:solidFill>
                <a:latin typeface="+mj-lt"/>
              </a:rPr>
              <a:t>Internship Applications!</a:t>
            </a:r>
            <a:endParaRPr lang="id-ID" sz="6000" b="1" dirty="0">
              <a:solidFill>
                <a:schemeClr val="bg2"/>
              </a:solidFill>
              <a:latin typeface="+mj-lt"/>
            </a:endParaRPr>
          </a:p>
        </p:txBody>
      </p:sp>
      <p:sp>
        <p:nvSpPr>
          <p:cNvPr id="7" name="TextBox 4">
            <a:extLst>
              <a:ext uri="{FF2B5EF4-FFF2-40B4-BE49-F238E27FC236}">
                <a16:creationId xmlns:a16="http://schemas.microsoft.com/office/drawing/2014/main" id="{CA70C0DD-632B-1E0C-050E-F5E0DD62FFDE}"/>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mn-cs"/>
              </a:rPr>
              <a:t>Copyright © SAS Institute Inc</a:t>
            </a: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mn-cs"/>
              </a:rPr>
              <a:t>. All rights reserved.</a:t>
            </a:r>
          </a:p>
        </p:txBody>
      </p:sp>
      <p:pic>
        <p:nvPicPr>
          <p:cNvPr id="11" name="Picture 10">
            <a:extLst>
              <a:ext uri="{FF2B5EF4-FFF2-40B4-BE49-F238E27FC236}">
                <a16:creationId xmlns:a16="http://schemas.microsoft.com/office/drawing/2014/main" id="{F3AF3B1D-143B-155A-C6F3-4E933A9EC911}"/>
              </a:ext>
            </a:extLst>
          </p:cNvPr>
          <p:cNvPicPr>
            <a:picLocks noChangeAspect="1"/>
          </p:cNvPicPr>
          <p:nvPr/>
        </p:nvPicPr>
        <p:blipFill>
          <a:blip r:embed="rId5"/>
          <a:stretch>
            <a:fillRect/>
          </a:stretch>
        </p:blipFill>
        <p:spPr>
          <a:xfrm>
            <a:off x="-618679" y="1670762"/>
            <a:ext cx="7916718" cy="4666697"/>
          </a:xfrm>
          <a:prstGeom prst="rect">
            <a:avLst/>
          </a:prstGeom>
        </p:spPr>
      </p:pic>
      <p:sp>
        <p:nvSpPr>
          <p:cNvPr id="13" name="TextBox 12">
            <a:extLst>
              <a:ext uri="{FF2B5EF4-FFF2-40B4-BE49-F238E27FC236}">
                <a16:creationId xmlns:a16="http://schemas.microsoft.com/office/drawing/2014/main" id="{7C733FC1-9133-D581-7217-19CC8DA21647}"/>
              </a:ext>
            </a:extLst>
          </p:cNvPr>
          <p:cNvSpPr txBox="1"/>
          <p:nvPr/>
        </p:nvSpPr>
        <p:spPr>
          <a:xfrm>
            <a:off x="372455" y="1723580"/>
            <a:ext cx="91372" cy="184666"/>
          </a:xfrm>
          <a:prstGeom prst="rect">
            <a:avLst/>
          </a:prstGeom>
          <a:solidFill>
            <a:schemeClr val="bg1"/>
          </a:solidFill>
        </p:spPr>
        <p:txBody>
          <a:bodyPr wrap="none" lIns="0" tIns="0" rIns="0" bIns="0" rtlCol="0">
            <a:spAutoFit/>
          </a:bodyPr>
          <a:lstStyle/>
          <a:p>
            <a:pPr algn="l"/>
            <a:r>
              <a:rPr lang="en-US" sz="1200" b="1" dirty="0">
                <a:latin typeface="+mj-lt"/>
              </a:rPr>
              <a:t>6</a:t>
            </a:r>
            <a:endParaRPr lang="en-GB" sz="1200" b="1" dirty="0">
              <a:solidFill>
                <a:schemeClr val="tx1"/>
              </a:solidFill>
              <a:latin typeface="+mj-lt"/>
            </a:endParaRPr>
          </a:p>
        </p:txBody>
      </p:sp>
      <p:pic>
        <p:nvPicPr>
          <p:cNvPr id="10" name="Picture 9">
            <a:extLst>
              <a:ext uri="{FF2B5EF4-FFF2-40B4-BE49-F238E27FC236}">
                <a16:creationId xmlns:a16="http://schemas.microsoft.com/office/drawing/2014/main" id="{93611590-E0EA-5304-9F3B-748334CC4F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11310" y="5016896"/>
            <a:ext cx="4067627" cy="4067627"/>
          </a:xfrm>
          <a:prstGeom prst="rect">
            <a:avLst/>
          </a:prstGeom>
        </p:spPr>
      </p:pic>
    </p:spTree>
    <p:custDataLst>
      <p:tags r:id="rId1"/>
    </p:custDataLst>
    <p:extLst>
      <p:ext uri="{BB962C8B-B14F-4D97-AF65-F5344CB8AC3E}">
        <p14:creationId xmlns:p14="http://schemas.microsoft.com/office/powerpoint/2010/main" val="3285151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Rectangle 119">
            <a:extLst>
              <a:ext uri="{FF2B5EF4-FFF2-40B4-BE49-F238E27FC236}">
                <a16:creationId xmlns:a16="http://schemas.microsoft.com/office/drawing/2014/main" id="{D66B9642-EF63-2EB5-964B-C39AFD84669F}"/>
              </a:ext>
            </a:extLst>
          </p:cNvPr>
          <p:cNvSpPr/>
          <p:nvPr/>
        </p:nvSpPr>
        <p:spPr>
          <a:xfrm>
            <a:off x="8459" y="1"/>
            <a:ext cx="7647731" cy="1028700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3"/>
          </a:p>
        </p:txBody>
      </p:sp>
      <p:sp>
        <p:nvSpPr>
          <p:cNvPr id="117" name="Freeform 116">
            <a:extLst>
              <a:ext uri="{FF2B5EF4-FFF2-40B4-BE49-F238E27FC236}">
                <a16:creationId xmlns:a16="http://schemas.microsoft.com/office/drawing/2014/main" id="{62DAD41F-DC0B-5B3F-0D03-8CF9FC1E0E33}"/>
              </a:ext>
            </a:extLst>
          </p:cNvPr>
          <p:cNvSpPr/>
          <p:nvPr/>
        </p:nvSpPr>
        <p:spPr>
          <a:xfrm>
            <a:off x="7640277" y="1"/>
            <a:ext cx="4064171" cy="4064171"/>
          </a:xfrm>
          <a:custGeom>
            <a:avLst/>
            <a:gdLst>
              <a:gd name="connsiteX0" fmla="*/ 0 w 2033967"/>
              <a:gd name="connsiteY0" fmla="*/ 0 h 2033967"/>
              <a:gd name="connsiteX1" fmla="*/ 2033967 w 2033967"/>
              <a:gd name="connsiteY1" fmla="*/ 0 h 2033967"/>
              <a:gd name="connsiteX2" fmla="*/ 0 w 2033967"/>
              <a:gd name="connsiteY2" fmla="*/ 2033967 h 2033967"/>
              <a:gd name="connsiteX3" fmla="*/ 0 w 2033967"/>
              <a:gd name="connsiteY3" fmla="*/ 0 h 2033967"/>
            </a:gdLst>
            <a:ahLst/>
            <a:cxnLst>
              <a:cxn ang="0">
                <a:pos x="connsiteX0" y="connsiteY0"/>
              </a:cxn>
              <a:cxn ang="0">
                <a:pos x="connsiteX1" y="connsiteY1"/>
              </a:cxn>
              <a:cxn ang="0">
                <a:pos x="connsiteX2" y="connsiteY2"/>
              </a:cxn>
              <a:cxn ang="0">
                <a:pos x="connsiteX3" y="connsiteY3"/>
              </a:cxn>
            </a:cxnLst>
            <a:rect l="l" t="t" r="r" b="b"/>
            <a:pathLst>
              <a:path w="2033967" h="2033967">
                <a:moveTo>
                  <a:pt x="0" y="0"/>
                </a:moveTo>
                <a:lnTo>
                  <a:pt x="2033967" y="0"/>
                </a:lnTo>
                <a:cubicBezTo>
                  <a:pt x="910638" y="0"/>
                  <a:pt x="0" y="910638"/>
                  <a:pt x="0" y="2033967"/>
                </a:cubicBezTo>
                <a:lnTo>
                  <a:pt x="0" y="0"/>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193"/>
          </a:p>
        </p:txBody>
      </p:sp>
      <p:sp>
        <p:nvSpPr>
          <p:cNvPr id="116" name="Freeform 115">
            <a:extLst>
              <a:ext uri="{FF2B5EF4-FFF2-40B4-BE49-F238E27FC236}">
                <a16:creationId xmlns:a16="http://schemas.microsoft.com/office/drawing/2014/main" id="{B49975D9-65E8-348F-18BC-1631D6B7BB16}"/>
              </a:ext>
            </a:extLst>
          </p:cNvPr>
          <p:cNvSpPr/>
          <p:nvPr/>
        </p:nvSpPr>
        <p:spPr>
          <a:xfrm>
            <a:off x="12076335" y="2"/>
            <a:ext cx="62158" cy="3139"/>
          </a:xfrm>
          <a:custGeom>
            <a:avLst/>
            <a:gdLst>
              <a:gd name="connsiteX0" fmla="*/ 0 w 31108"/>
              <a:gd name="connsiteY0" fmla="*/ 0 h 1571"/>
              <a:gd name="connsiteX1" fmla="*/ 31108 w 31108"/>
              <a:gd name="connsiteY1" fmla="*/ 0 h 1571"/>
              <a:gd name="connsiteX2" fmla="*/ 31108 w 31108"/>
              <a:gd name="connsiteY2" fmla="*/ 1571 h 1571"/>
              <a:gd name="connsiteX3" fmla="*/ 0 w 31108"/>
              <a:gd name="connsiteY3" fmla="*/ 0 h 1571"/>
            </a:gdLst>
            <a:ahLst/>
            <a:cxnLst>
              <a:cxn ang="0">
                <a:pos x="connsiteX0" y="connsiteY0"/>
              </a:cxn>
              <a:cxn ang="0">
                <a:pos x="connsiteX1" y="connsiteY1"/>
              </a:cxn>
              <a:cxn ang="0">
                <a:pos x="connsiteX2" y="connsiteY2"/>
              </a:cxn>
              <a:cxn ang="0">
                <a:pos x="connsiteX3" y="connsiteY3"/>
              </a:cxn>
            </a:cxnLst>
            <a:rect l="l" t="t" r="r" b="b"/>
            <a:pathLst>
              <a:path w="31108" h="1571">
                <a:moveTo>
                  <a:pt x="0" y="0"/>
                </a:moveTo>
                <a:lnTo>
                  <a:pt x="31108" y="0"/>
                </a:lnTo>
                <a:lnTo>
                  <a:pt x="31108" y="1571"/>
                </a:lnTo>
                <a:lnTo>
                  <a:pt x="0" y="0"/>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193"/>
          </a:p>
        </p:txBody>
      </p:sp>
      <p:sp>
        <p:nvSpPr>
          <p:cNvPr id="10" name="Freeform 9">
            <a:extLst>
              <a:ext uri="{FF2B5EF4-FFF2-40B4-BE49-F238E27FC236}">
                <a16:creationId xmlns:a16="http://schemas.microsoft.com/office/drawing/2014/main" id="{E39CBBCE-1ABD-D974-74DE-E9D6DDEB33C7}"/>
              </a:ext>
            </a:extLst>
          </p:cNvPr>
          <p:cNvSpPr/>
          <p:nvPr/>
        </p:nvSpPr>
        <p:spPr>
          <a:xfrm>
            <a:off x="9203538" y="3964538"/>
            <a:ext cx="4426875" cy="2970186"/>
          </a:xfrm>
          <a:custGeom>
            <a:avLst/>
            <a:gdLst>
              <a:gd name="connsiteX0" fmla="*/ 498145 w 2215487"/>
              <a:gd name="connsiteY0" fmla="*/ 0 h 1486468"/>
              <a:gd name="connsiteX1" fmla="*/ 2215487 w 2215487"/>
              <a:gd name="connsiteY1" fmla="*/ 0 h 1486468"/>
              <a:gd name="connsiteX2" fmla="*/ 2215487 w 2215487"/>
              <a:gd name="connsiteY2" fmla="*/ 743802 h 1486468"/>
              <a:gd name="connsiteX3" fmla="*/ 1717342 w 2215487"/>
              <a:gd name="connsiteY3" fmla="*/ 1241947 h 1486468"/>
              <a:gd name="connsiteX4" fmla="*/ 371079 w 2215487"/>
              <a:gd name="connsiteY4" fmla="*/ 1241947 h 1486468"/>
              <a:gd name="connsiteX5" fmla="*/ 371340 w 2215487"/>
              <a:gd name="connsiteY5" fmla="*/ 1259740 h 1486468"/>
              <a:gd name="connsiteX6" fmla="*/ 371902 w 2215487"/>
              <a:gd name="connsiteY6" fmla="*/ 1295400 h 1486468"/>
              <a:gd name="connsiteX7" fmla="*/ 184244 w 2215487"/>
              <a:gd name="connsiteY7" fmla="*/ 1483058 h 1486468"/>
              <a:gd name="connsiteX8" fmla="*/ 180833 w 2215487"/>
              <a:gd name="connsiteY8" fmla="*/ 1486468 h 1486468"/>
              <a:gd name="connsiteX9" fmla="*/ 180833 w 2215487"/>
              <a:gd name="connsiteY9" fmla="*/ 1241947 h 1486468"/>
              <a:gd name="connsiteX10" fmla="*/ 0 w 2215487"/>
              <a:gd name="connsiteY10" fmla="*/ 1241947 h 1486468"/>
              <a:gd name="connsiteX11" fmla="*/ 0 w 2215487"/>
              <a:gd name="connsiteY11" fmla="*/ 498145 h 1486468"/>
              <a:gd name="connsiteX12" fmla="*/ 498145 w 2215487"/>
              <a:gd name="connsiteY12" fmla="*/ 0 h 14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15487" h="1486468">
                <a:moveTo>
                  <a:pt x="498145" y="0"/>
                </a:moveTo>
                <a:lnTo>
                  <a:pt x="2215487" y="0"/>
                </a:lnTo>
                <a:lnTo>
                  <a:pt x="2215487" y="743802"/>
                </a:lnTo>
                <a:cubicBezTo>
                  <a:pt x="2215487" y="1018920"/>
                  <a:pt x="1992460" y="1241947"/>
                  <a:pt x="1717342" y="1241947"/>
                </a:cubicBezTo>
                <a:lnTo>
                  <a:pt x="371079" y="1241947"/>
                </a:lnTo>
                <a:lnTo>
                  <a:pt x="371340" y="1259740"/>
                </a:lnTo>
                <a:cubicBezTo>
                  <a:pt x="371502" y="1270385"/>
                  <a:pt x="371689" y="1282226"/>
                  <a:pt x="371902" y="1295400"/>
                </a:cubicBezTo>
                <a:cubicBezTo>
                  <a:pt x="371902" y="1392518"/>
                  <a:pt x="281363" y="1479646"/>
                  <a:pt x="184244" y="1483058"/>
                </a:cubicBezTo>
                <a:lnTo>
                  <a:pt x="180833" y="1486468"/>
                </a:lnTo>
                <a:lnTo>
                  <a:pt x="180833" y="1241947"/>
                </a:lnTo>
                <a:lnTo>
                  <a:pt x="0" y="1241947"/>
                </a:lnTo>
                <a:lnTo>
                  <a:pt x="0" y="498145"/>
                </a:lnTo>
                <a:cubicBezTo>
                  <a:pt x="0" y="223027"/>
                  <a:pt x="223027" y="0"/>
                  <a:pt x="4981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193"/>
          </a:p>
        </p:txBody>
      </p:sp>
      <p:sp>
        <p:nvSpPr>
          <p:cNvPr id="2" name="Title 1">
            <a:extLst>
              <a:ext uri="{FF2B5EF4-FFF2-40B4-BE49-F238E27FC236}">
                <a16:creationId xmlns:a16="http://schemas.microsoft.com/office/drawing/2014/main" id="{81EC7C25-3659-02E7-CA32-DBE84E2FC55F}"/>
              </a:ext>
            </a:extLst>
          </p:cNvPr>
          <p:cNvSpPr>
            <a:spLocks noGrp="1"/>
          </p:cNvSpPr>
          <p:nvPr>
            <p:ph type="title"/>
          </p:nvPr>
        </p:nvSpPr>
        <p:spPr>
          <a:xfrm>
            <a:off x="1264596" y="4590051"/>
            <a:ext cx="5162995" cy="1106906"/>
          </a:xfrm>
        </p:spPr>
        <p:txBody>
          <a:bodyPr/>
          <a:lstStyle/>
          <a:p>
            <a:r>
              <a:rPr lang="en-US" sz="7992" dirty="0">
                <a:solidFill>
                  <a:schemeClr val="bg2"/>
                </a:solidFill>
              </a:rPr>
              <a:t>Let’s Chat!</a:t>
            </a:r>
          </a:p>
        </p:txBody>
      </p:sp>
      <p:sp>
        <p:nvSpPr>
          <p:cNvPr id="9" name="Freeform 8">
            <a:extLst>
              <a:ext uri="{FF2B5EF4-FFF2-40B4-BE49-F238E27FC236}">
                <a16:creationId xmlns:a16="http://schemas.microsoft.com/office/drawing/2014/main" id="{41DC3619-1B38-F82E-F2A0-750B2CA03D99}"/>
              </a:ext>
            </a:extLst>
          </p:cNvPr>
          <p:cNvSpPr/>
          <p:nvPr/>
        </p:nvSpPr>
        <p:spPr>
          <a:xfrm flipH="1">
            <a:off x="12263385" y="2804886"/>
            <a:ext cx="4426875" cy="2970184"/>
          </a:xfrm>
          <a:custGeom>
            <a:avLst/>
            <a:gdLst>
              <a:gd name="connsiteX0" fmla="*/ 2215487 w 2215487"/>
              <a:gd name="connsiteY0" fmla="*/ 0 h 1486467"/>
              <a:gd name="connsiteX1" fmla="*/ 498145 w 2215487"/>
              <a:gd name="connsiteY1" fmla="*/ 0 h 1486467"/>
              <a:gd name="connsiteX2" fmla="*/ 0 w 2215487"/>
              <a:gd name="connsiteY2" fmla="*/ 498145 h 1486467"/>
              <a:gd name="connsiteX3" fmla="*/ 0 w 2215487"/>
              <a:gd name="connsiteY3" fmla="*/ 1241947 h 1486467"/>
              <a:gd name="connsiteX4" fmla="*/ 185473 w 2215487"/>
              <a:gd name="connsiteY4" fmla="*/ 1241947 h 1486467"/>
              <a:gd name="connsiteX5" fmla="*/ 185473 w 2215487"/>
              <a:gd name="connsiteY5" fmla="*/ 1486467 h 1486467"/>
              <a:gd name="connsiteX6" fmla="*/ 188884 w 2215487"/>
              <a:gd name="connsiteY6" fmla="*/ 1483057 h 1486467"/>
              <a:gd name="connsiteX7" fmla="*/ 376542 w 2215487"/>
              <a:gd name="connsiteY7" fmla="*/ 1295399 h 1486467"/>
              <a:gd name="connsiteX8" fmla="*/ 375980 w 2215487"/>
              <a:gd name="connsiteY8" fmla="*/ 1259739 h 1486467"/>
              <a:gd name="connsiteX9" fmla="*/ 375719 w 2215487"/>
              <a:gd name="connsiteY9" fmla="*/ 1241947 h 1486467"/>
              <a:gd name="connsiteX10" fmla="*/ 1717342 w 2215487"/>
              <a:gd name="connsiteY10" fmla="*/ 1241947 h 1486467"/>
              <a:gd name="connsiteX11" fmla="*/ 2215487 w 2215487"/>
              <a:gd name="connsiteY11" fmla="*/ 743802 h 148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5487" h="1486467">
                <a:moveTo>
                  <a:pt x="2215487" y="0"/>
                </a:moveTo>
                <a:lnTo>
                  <a:pt x="498145" y="0"/>
                </a:lnTo>
                <a:cubicBezTo>
                  <a:pt x="223027" y="0"/>
                  <a:pt x="0" y="223027"/>
                  <a:pt x="0" y="498145"/>
                </a:cubicBezTo>
                <a:lnTo>
                  <a:pt x="0" y="1241947"/>
                </a:lnTo>
                <a:lnTo>
                  <a:pt x="185473" y="1241947"/>
                </a:lnTo>
                <a:lnTo>
                  <a:pt x="185473" y="1486467"/>
                </a:lnTo>
                <a:lnTo>
                  <a:pt x="188884" y="1483057"/>
                </a:lnTo>
                <a:cubicBezTo>
                  <a:pt x="286003" y="1479645"/>
                  <a:pt x="376542" y="1392517"/>
                  <a:pt x="376542" y="1295399"/>
                </a:cubicBezTo>
                <a:cubicBezTo>
                  <a:pt x="376329" y="1282225"/>
                  <a:pt x="376142" y="1270384"/>
                  <a:pt x="375980" y="1259739"/>
                </a:cubicBezTo>
                <a:lnTo>
                  <a:pt x="375719" y="1241947"/>
                </a:lnTo>
                <a:lnTo>
                  <a:pt x="1717342" y="1241947"/>
                </a:lnTo>
                <a:cubicBezTo>
                  <a:pt x="1992460" y="1241947"/>
                  <a:pt x="2215487" y="1018920"/>
                  <a:pt x="2215487" y="743802"/>
                </a:cubicBezTo>
                <a:close/>
              </a:path>
            </a:pathLst>
          </a:custGeom>
          <a:ln w="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193"/>
          </a:p>
        </p:txBody>
      </p:sp>
      <p:sp>
        <p:nvSpPr>
          <p:cNvPr id="122" name="TextBox 121">
            <a:extLst>
              <a:ext uri="{FF2B5EF4-FFF2-40B4-BE49-F238E27FC236}">
                <a16:creationId xmlns:a16="http://schemas.microsoft.com/office/drawing/2014/main" id="{C62E094E-64AF-4D11-D321-91043D03BC9F}"/>
              </a:ext>
            </a:extLst>
          </p:cNvPr>
          <p:cNvSpPr txBox="1"/>
          <p:nvPr/>
        </p:nvSpPr>
        <p:spPr>
          <a:xfrm>
            <a:off x="13295967" y="3349553"/>
            <a:ext cx="2231923" cy="1229888"/>
          </a:xfrm>
          <a:prstGeom prst="rect">
            <a:avLst/>
          </a:prstGeom>
          <a:noFill/>
        </p:spPr>
        <p:txBody>
          <a:bodyPr wrap="square" lIns="0" tIns="0" rIns="0" bIns="0" rtlCol="0">
            <a:spAutoFit/>
          </a:bodyPr>
          <a:lstStyle/>
          <a:p>
            <a:pPr algn="ctr"/>
            <a:r>
              <a:rPr lang="en-US" sz="7992">
                <a:solidFill>
                  <a:schemeClr val="bg1"/>
                </a:solidFill>
                <a:latin typeface="+mj-lt"/>
              </a:rPr>
              <a:t>?</a:t>
            </a:r>
          </a:p>
        </p:txBody>
      </p:sp>
      <p:sp>
        <p:nvSpPr>
          <p:cNvPr id="123" name="Oval 122">
            <a:extLst>
              <a:ext uri="{FF2B5EF4-FFF2-40B4-BE49-F238E27FC236}">
                <a16:creationId xmlns:a16="http://schemas.microsoft.com/office/drawing/2014/main" id="{0CC655FE-E409-AC55-0193-5064B3956CBC}"/>
              </a:ext>
            </a:extLst>
          </p:cNvPr>
          <p:cNvSpPr/>
          <p:nvPr/>
        </p:nvSpPr>
        <p:spPr>
          <a:xfrm>
            <a:off x="10447362" y="5134497"/>
            <a:ext cx="240296" cy="240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3"/>
          </a:p>
        </p:txBody>
      </p:sp>
      <p:sp>
        <p:nvSpPr>
          <p:cNvPr id="124" name="Oval 123">
            <a:extLst>
              <a:ext uri="{FF2B5EF4-FFF2-40B4-BE49-F238E27FC236}">
                <a16:creationId xmlns:a16="http://schemas.microsoft.com/office/drawing/2014/main" id="{DFEE0318-DD4A-3525-68B4-F23BA749BDAA}"/>
              </a:ext>
            </a:extLst>
          </p:cNvPr>
          <p:cNvSpPr/>
          <p:nvPr/>
        </p:nvSpPr>
        <p:spPr>
          <a:xfrm>
            <a:off x="12039909" y="5136761"/>
            <a:ext cx="240296" cy="240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3"/>
          </a:p>
        </p:txBody>
      </p:sp>
      <p:sp>
        <p:nvSpPr>
          <p:cNvPr id="125" name="Oval 124">
            <a:extLst>
              <a:ext uri="{FF2B5EF4-FFF2-40B4-BE49-F238E27FC236}">
                <a16:creationId xmlns:a16="http://schemas.microsoft.com/office/drawing/2014/main" id="{2B4FEAD7-82FF-5E1E-6C87-93D1231C32CA}"/>
              </a:ext>
            </a:extLst>
          </p:cNvPr>
          <p:cNvSpPr/>
          <p:nvPr/>
        </p:nvSpPr>
        <p:spPr>
          <a:xfrm>
            <a:off x="11243635" y="5135630"/>
            <a:ext cx="240296" cy="240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3"/>
          </a:p>
        </p:txBody>
      </p:sp>
      <p:sp>
        <p:nvSpPr>
          <p:cNvPr id="3" name="Title 1">
            <a:extLst>
              <a:ext uri="{FF2B5EF4-FFF2-40B4-BE49-F238E27FC236}">
                <a16:creationId xmlns:a16="http://schemas.microsoft.com/office/drawing/2014/main" id="{6212C892-1ABB-1F87-EAB5-91B867F1DBF0}"/>
              </a:ext>
            </a:extLst>
          </p:cNvPr>
          <p:cNvSpPr txBox="1">
            <a:spLocks/>
          </p:cNvSpPr>
          <p:nvPr/>
        </p:nvSpPr>
        <p:spPr>
          <a:xfrm>
            <a:off x="1264596" y="5625252"/>
            <a:ext cx="5162995" cy="1107996"/>
          </a:xfrm>
          <a:prstGeom prst="rect">
            <a:avLst/>
          </a:prstGeom>
        </p:spPr>
        <p:txBody>
          <a:bodyPr vert="horz" wrap="square" lIns="0" tIns="0" rIns="0" bIns="0" rtlCol="0" anchor="ctr">
            <a:spAutoFit/>
          </a:bodyPr>
          <a:lst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a:lstStyle>
          <a:p>
            <a:r>
              <a:rPr lang="en-US" sz="4000" dirty="0">
                <a:solidFill>
                  <a:schemeClr val="bg2"/>
                </a:solidFill>
              </a:rPr>
              <a:t>We will be here all weekend!</a:t>
            </a:r>
          </a:p>
        </p:txBody>
      </p:sp>
    </p:spTree>
    <p:custDataLst>
      <p:tags r:id="rId1"/>
    </p:custDataLst>
    <p:extLst>
      <p:ext uri="{BB962C8B-B14F-4D97-AF65-F5344CB8AC3E}">
        <p14:creationId xmlns:p14="http://schemas.microsoft.com/office/powerpoint/2010/main" val="197850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BBB08EFE-AA9B-4CE0-965D-371147CCAE9A}" vid="{9FD42EE1-7094-40D8-B44E-04EBA2ADFD6B}"/>
    </a:ext>
  </a:extLst>
</a:theme>
</file>

<file path=ppt/theme/theme2.xml><?xml version="1.0" encoding="utf-8"?>
<a:theme xmlns:a="http://schemas.openxmlformats.org/drawingml/2006/main" name="SAS - EXTERNAL - NDA">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BBB08EFE-AA9B-4CE0-965D-371147CCAE9A}" vid="{641D4462-9F50-41F5-A965-A88A2627578D}"/>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6" ma:contentTypeDescription="Create a new document." ma:contentTypeScope="" ma:versionID="f2b27b677c6d8d236b5d91187b1cdfab">
  <xsd:schema xmlns:xsd="http://www.w3.org/2001/XMLSchema" xmlns:xs="http://www.w3.org/2001/XMLSchema" xmlns:p="http://schemas.microsoft.com/office/2006/metadata/properties" xmlns:ns2="d21cdafc-5a3a-425e-9674-4fb06b514c0e" xmlns:ns3="6e647c50-2143-4825-9865-d236e7692e65" targetNamespace="http://schemas.microsoft.com/office/2006/metadata/properties" ma:root="true" ma:fieldsID="f2664aa32d126cb28ccb51a731b1082d" ns2:_="" ns3:_="">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47397B-E314-401F-8916-03782EBF74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1cdafc-5a3a-425e-9674-4fb06b514c0e"/>
    <ds:schemaRef ds:uri="6e647c50-2143-4825-9865-d236e7692e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663518-7548-4643-8219-608BFF0DFA0C}">
  <ds:schemaRefs>
    <ds:schemaRef ds:uri="6e647c50-2143-4825-9865-d236e7692e65"/>
    <ds:schemaRef ds:uri="http://schemas.microsoft.com/office/2006/documentManagement/types"/>
    <ds:schemaRef ds:uri="http://purl.org/dc/elements/1.1/"/>
    <ds:schemaRef ds:uri="http://purl.org/dc/dcmitype/"/>
    <ds:schemaRef ds:uri="http://www.w3.org/XML/1998/namespace"/>
    <ds:schemaRef ds:uri="http://schemas.microsoft.com/office/2006/metadata/properties"/>
    <ds:schemaRef ds:uri="d21cdafc-5a3a-425e-9674-4fb06b514c0e"/>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E3E925E4-5239-4639-A029-07B3CFD6A3F1}">
  <ds:schemaRefs>
    <ds:schemaRef ds:uri="http://schemas.microsoft.com/sharepoint/v3/contenttype/forms"/>
  </ds:schemaRefs>
</ds:datastoreItem>
</file>

<file path=docMetadata/LabelInfo.xml><?xml version="1.0" encoding="utf-8"?>
<clbl:labelList xmlns:clbl="http://schemas.microsoft.com/office/2020/mipLabelMetadata">
  <clbl:label id="{6c448b02-4488-4a47-a34a-2c3d811a2e28}"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SAS - EXTERNAL</Template>
  <TotalTime>0</TotalTime>
  <Words>592</Words>
  <Application>Microsoft Office PowerPoint</Application>
  <PresentationFormat>Custom</PresentationFormat>
  <Paragraphs>82</Paragraphs>
  <Slides>17</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Anova Light</vt:lpstr>
      <vt:lpstr>Arial</vt:lpstr>
      <vt:lpstr>Calibri</vt:lpstr>
      <vt:lpstr>Calibri Light</vt:lpstr>
      <vt:lpstr>Anova Bold</vt:lpstr>
      <vt:lpstr>SAS - EXTERNAL</vt:lpstr>
      <vt:lpstr>SAS - EXTERNAL - NDA</vt:lpstr>
      <vt:lpstr>PowerPoint Presentation</vt:lpstr>
      <vt:lpstr>SAS</vt:lpstr>
      <vt:lpstr>SAS</vt:lpstr>
      <vt:lpstr>SAS</vt:lpstr>
      <vt:lpstr>Some SAS Stories </vt:lpstr>
      <vt:lpstr>PowerPoint Presentation</vt:lpstr>
      <vt:lpstr>SAS Global Academic Program</vt:lpstr>
      <vt:lpstr>Our Hackathon Challenge…</vt:lpstr>
      <vt:lpstr>Challenge</vt:lpstr>
      <vt:lpstr>Challenge</vt:lpstr>
      <vt:lpstr>Challenge</vt:lpstr>
      <vt:lpstr>Challenge</vt:lpstr>
      <vt:lpstr>Challenge</vt:lpstr>
      <vt:lpstr>Our side Challenge...</vt:lpstr>
      <vt:lpstr>Algorave</vt:lpstr>
      <vt:lpstr>PowerPoint Presentation</vt:lpstr>
      <vt:lpstr>Let’s Chat!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Stewart Brown</dc:creator>
  <cp:lastModifiedBy>Luke Poutney</cp:lastModifiedBy>
  <cp:revision>14</cp:revision>
  <dcterms:created xsi:type="dcterms:W3CDTF">2025-10-24T12:42:43Z</dcterms:created>
  <dcterms:modified xsi:type="dcterms:W3CDTF">2026-10-16T14:53:25Z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